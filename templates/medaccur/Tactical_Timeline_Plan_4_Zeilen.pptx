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15D3-A37F-D716-1F4F-600B319AB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1993F-A1C9-F965-83F6-CF5EF563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7D1A9-3593-5599-3CE8-F46A6149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CC190-18D7-DD0D-DAF8-B3BE6E3F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C1246-45ED-55C3-6629-21EB2AAC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09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F280-78A5-33A2-59BD-07D55439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B30C-9ACA-EAFA-E68D-486B9B7E4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3DC57-1AE8-B02C-C972-8B8F8595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9A852-6E33-16C8-32AD-5162E2F6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03A0B-6759-BC86-4C62-861A8837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743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32AB-E63D-1C4E-670B-3F78B279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30D42-2B9B-D7C6-78F5-AFA80015A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C9046-9CEF-3465-848B-A798A367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F68F6-7ADE-9625-D246-60F9966B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74508-0C89-15DE-2C36-192E5A3E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647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C716F-2F32-3EE5-36E5-07D45B3B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5B140-6E4B-9AA7-7C6E-1E726545C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ACF6F-2B4E-0365-3568-21BF40C28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514F1-574D-1303-AC36-9F08F4C4F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2B0E5-A057-40E2-2782-2513E645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5DE45-8AB9-E819-B515-E67697BB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957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865E-53FF-1458-4F72-158389D2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3C0B2-AD43-33A6-CFFF-CDE49CBF5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B0922-6B3B-8200-5CA4-B1E558AD0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DC27B-3104-AE9C-8E42-DFC475B6C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F3D5C-9F61-030F-83AA-B00A968D6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6E1A52-EA70-C365-3ED4-26433C053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FAD40-06E8-DDC2-45E1-28C29DF0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26E3A-99DF-1692-0C7C-8B5D8BC9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43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17A2-1AF4-1BD9-0925-F8479CD5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28855-AD7A-A36C-8F8E-FC08466C2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0E28E3-9961-80C5-EAA6-A097A4DA1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A0E33-E62D-40F9-8E36-6DFDC811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3846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C112A-0650-9689-0FE4-71E90AD39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DFFD5-70F0-D723-2CBE-214404A1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F43B8-9BF5-C73E-04BA-1704537E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53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9170-C467-3415-BF68-7F9B83AB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8230B-B321-BBBE-8F3F-E700E5087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0F6CC-4DBD-B3E6-116D-C9F993D5C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EED58-4D77-6EED-37A8-9853E5C4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8E597-0F44-42B0-93BE-551CAE9E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027B6-2528-D730-6ACA-1BBF6C5C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8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FF7C0-A84A-3DB8-D942-BA27EF4A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D908A3-51C8-13D0-2D3A-1009148A5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74ED8-9735-54E2-51B5-84A997C8A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8F28E-686A-7847-FF99-2396707E7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C93C2-3B97-5EB6-E477-CD81A192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CDBC7-73FD-B5F2-C4FB-5CA842C9C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0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1DD4-F8F1-9985-C753-BB2DAFC19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AA024-70AD-31B5-54DE-F7E1D5FBF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266F9-A319-9EE1-B232-FE1C5C1D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A06D8-38C4-8794-DB7E-06EB82202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D0D32-15BA-F75C-8B36-9FE2F869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035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341833-E46B-85C9-6F53-FEB679221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D5F83-F126-AEE6-BC2E-8B1ACDB1F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1E010-E9C0-A730-3F6E-A32DE91D6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352C4-ACF9-0934-172D-475A7BEC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7E07-6FB5-D8EC-14B1-1F722B6E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814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D57E5-783E-FD19-2602-23D9A2E95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D2D1B-6A56-0B41-8F70-2FF9ACB78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2A7DF-5441-A2C1-06DF-0E99AB7CF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D78CE-10B1-4691-968D-7090D70E90ED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0D223-8AAA-ED43-806B-083526E66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B9797-CADA-6350-73B4-702A02873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24E31-FAF8-4CF7-B05D-CC44D1A6BA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9836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/>
              <a:t>TACTICAL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{{drug_label_year}}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80" y="658368"/>
            <a:ext cx="11859768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69300" y="658368"/>
            <a:ext cx="2439162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9300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Q1 · Jan–Mar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930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235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Feb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235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9540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540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8462" y="658368"/>
            <a:ext cx="243916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8462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Q2 · Apr–Jun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846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51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1516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457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457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47624" y="658368"/>
            <a:ext cx="243916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7624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Q3 · Jul–Sep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762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067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6067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373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Sep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3732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86786" y="658368"/>
            <a:ext cx="243916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86786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Q4 · Oct–Dec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678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Oct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984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Nov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984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1289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Dec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21289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69300" y="1184148"/>
            <a:ext cx="9756648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5908" y="786384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WORKSTREAM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6180" y="1188719"/>
            <a:ext cx="11859768" cy="9144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6180" y="1188719"/>
            <a:ext cx="36576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5740" y="1410728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 dirty="0"/>
              <a:t>{{ws_1_name}}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5908" y="1463039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708462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47624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586786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66180" y="2103120"/>
            <a:ext cx="36576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75908" y="2377439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66180" y="3017520"/>
            <a:ext cx="11859768" cy="9144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66180" y="3017520"/>
            <a:ext cx="36576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75908" y="3291839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66180" y="3931920"/>
            <a:ext cx="36576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275908" y="4206240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5908" y="4901183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KEY MILESTONES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Tactical Plan 2027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97% Confidence · Source-verified · medaccur ELISE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CE8642C-8274-79BE-A4A6-5EAB370F9B70}"/>
              </a:ext>
            </a:extLst>
          </p:cNvPr>
          <p:cNvSpPr txBox="1"/>
          <p:nvPr/>
        </p:nvSpPr>
        <p:spPr>
          <a:xfrm>
            <a:off x="308369" y="232060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 dirty="0"/>
              <a:t>{{</a:t>
            </a:r>
            <a:r>
              <a:rPr sz="900" dirty="0" err="1"/>
              <a:t>ws</a:t>
            </a:r>
            <a:r>
              <a:rPr sz="900" dirty="0"/>
              <a:t>_</a:t>
            </a:r>
            <a:r>
              <a:rPr lang="de-DE" sz="900" dirty="0"/>
              <a:t>2</a:t>
            </a:r>
            <a:r>
              <a:rPr sz="900" dirty="0"/>
              <a:t>_name}}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18C2C7A-C665-DA1B-346A-454926EEF391}"/>
              </a:ext>
            </a:extLst>
          </p:cNvPr>
          <p:cNvSpPr txBox="1"/>
          <p:nvPr/>
        </p:nvSpPr>
        <p:spPr>
          <a:xfrm>
            <a:off x="308369" y="3242037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 dirty="0"/>
              <a:t>{{</a:t>
            </a:r>
            <a:r>
              <a:rPr sz="900" dirty="0" err="1"/>
              <a:t>ws</a:t>
            </a:r>
            <a:r>
              <a:rPr sz="900" dirty="0"/>
              <a:t>_</a:t>
            </a:r>
            <a:r>
              <a:rPr lang="de-DE" sz="900" dirty="0"/>
              <a:t>3</a:t>
            </a:r>
            <a:r>
              <a:rPr sz="900" dirty="0"/>
              <a:t>_name}}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E648BCC-DC35-281D-E3C6-23370C5D8374}"/>
              </a:ext>
            </a:extLst>
          </p:cNvPr>
          <p:cNvSpPr txBox="1"/>
          <p:nvPr/>
        </p:nvSpPr>
        <p:spPr>
          <a:xfrm>
            <a:off x="299520" y="4151468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 dirty="0"/>
              <a:t>{{</a:t>
            </a:r>
            <a:r>
              <a:rPr sz="900" dirty="0" err="1"/>
              <a:t>ws</a:t>
            </a:r>
            <a:r>
              <a:rPr sz="900" dirty="0"/>
              <a:t>_</a:t>
            </a:r>
            <a:r>
              <a:rPr lang="de-DE" sz="900" dirty="0"/>
              <a:t>4</a:t>
            </a:r>
            <a:r>
              <a:rPr sz="900" dirty="0"/>
              <a:t>_name}}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3</cp:revision>
  <dcterms:created xsi:type="dcterms:W3CDTF">2026-04-01T22:17:29Z</dcterms:created>
  <dcterms:modified xsi:type="dcterms:W3CDTF">2026-04-02T21:16:44Z</dcterms:modified>
</cp:coreProperties>
</file>