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2F6"/>
    <a:srgbClr val="8B5CF6"/>
    <a:srgbClr val="EF4444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35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17320" y="109728"/>
            <a:ext cx="1645920" cy="274320"/>
          </a:xfrm>
          <a:prstGeom prst="round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DISEASE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{{disease_name}}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92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2608" y="808800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{{disease_subtitle}}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2608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{{epi_kpi_1_label}}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1298448"/>
            <a:ext cx="1116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200" dirty="0"/>
              <a:t>{{epi_kpi_1_value}}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{{epi_kpi_1_context}}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0631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00631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73784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{{epi_kpi_2_label}}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0632" y="1298448"/>
            <a:ext cx="1116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200"/>
              <a:t>{{epi_kpi_2_value}}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3784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{{epi_kpi_2_context}}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08655" y="1097280"/>
            <a:ext cx="1153159" cy="6400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08655" y="1097280"/>
            <a:ext cx="2743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81807" y="1152144"/>
            <a:ext cx="1043431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{{epi_kpi_3_label}}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8655" y="1298448"/>
            <a:ext cx="1116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200"/>
              <a:t>{{epi_kpi_3_value}}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1807" y="1554480"/>
            <a:ext cx="104343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{{epi_kpi_3_context}}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" y="1847088"/>
            <a:ext cx="362407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EPIDEMIOLOGICAL FACTS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" y="204825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2048256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{{fact_1}}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235915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2359152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{{fact_2}}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" y="267004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2670048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{{fact_3}}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" y="298094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2980944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{{fact_4}}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" y="32918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3291839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{{fact_5}}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" y="3602735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3602735"/>
            <a:ext cx="3477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{{fact_6}}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54423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54423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154423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282439" y="808800"/>
            <a:ext cx="64008" cy="6400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92167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Pathophysiology &amp; Targets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82439" y="1097280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82439" y="1097280"/>
            <a:ext cx="36576" cy="5852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92167" y="1152144"/>
            <a:ext cx="15170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{{target_1_name}}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92167" y="1316736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{{target_1_desc}}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92167" y="1481328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dirty="0"/>
              <a:t>{{target_1_detail}}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82439" y="1755648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282439" y="1755648"/>
            <a:ext cx="36576" cy="5852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92167" y="1810512"/>
            <a:ext cx="15170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{{target_2_name}}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92167" y="1975104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{{target_2_desc}}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92167" y="2139696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dirty="0"/>
              <a:t>{{target_2_detail}}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82439" y="2414015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282439" y="2414015"/>
            <a:ext cx="36576" cy="5852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92166" y="2468879"/>
            <a:ext cx="20971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{{target_3_name}}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92167" y="2633472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{{target_3_desc}}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92167" y="2798063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dirty="0"/>
              <a:t>{{target_3_detail}}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82439" y="3072384"/>
            <a:ext cx="3624071" cy="58521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282439" y="3072384"/>
            <a:ext cx="36576" cy="5852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92166" y="3127248"/>
            <a:ext cx="20971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06B6D4"/>
                </a:solidFill>
                <a:latin typeface="Arial"/>
              </a:defRPr>
            </a:pPr>
            <a:r>
              <a:rPr dirty="0"/>
              <a:t>{{target_4_name}}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92167" y="3291840"/>
            <a:ext cx="3404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{{target_4_desc}}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92167" y="3456432"/>
            <a:ext cx="3404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{{target_4_detail}}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82439" y="3822191"/>
            <a:ext cx="362407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DISEASE BIOLOGY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82439" y="400507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0456" y="4005072"/>
            <a:ext cx="3496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{{biology_1}}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82439" y="42611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10456" y="4261104"/>
            <a:ext cx="3496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{{biology_2}}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82439" y="45171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10456" y="4517136"/>
            <a:ext cx="3496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{{biology_3}}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82439" y="4773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10456" y="4773168"/>
            <a:ext cx="3496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{{biology_4}}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44255" y="658368"/>
            <a:ext cx="3880104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144255" y="658368"/>
            <a:ext cx="3880104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144255" y="987552"/>
            <a:ext cx="388010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272271" y="808800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81999" y="731519"/>
            <a:ext cx="3514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Current Treatment Landscape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72271" y="1097280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674607" y="1170432"/>
            <a:ext cx="31485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10B981"/>
                </a:solidFill>
                <a:latin typeface="Arial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{{tx_1l_label}}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74607" y="1371600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{{tx_1l_detail}}</a:t>
            </a:r>
            <a:br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473439" y="1865376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8272271" y="2029967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674607" y="2103120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{{tx_2l_label}}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74607" y="2304287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{{tx_2l_detail}}</a:t>
            </a:r>
            <a:br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473439" y="2798063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272271" y="2962656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674607" y="3035808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{{tx_3l_label}}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74607" y="3236975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{{tx_3l_detail}}</a:t>
            </a:r>
            <a:br/>
            <a:br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8473439" y="3730752"/>
            <a:ext cx="9144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8272271" y="3895344"/>
            <a:ext cx="3624071" cy="768096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674607" y="3968496"/>
            <a:ext cx="3148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EF4444"/>
                </a:solidFill>
                <a:latin typeface="Arial"/>
              </a:defRPr>
            </a:pPr>
            <a:r>
              <a:t>{{tx_rrmm_label}}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74607" y="4169663"/>
            <a:ext cx="3148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{{tx_rrmm_detail}}</a:t>
            </a:r>
            <a:br/>
            <a:br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8272271" y="4919470"/>
            <a:ext cx="3624071" cy="655419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272270" y="4919471"/>
            <a:ext cx="45719" cy="65541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81999" y="4974335"/>
            <a:ext cx="35143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EF4444"/>
                </a:solidFill>
                <a:latin typeface="Arial"/>
              </a:defRPr>
            </a:pPr>
            <a:r>
              <a:t>UNMET NEED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81999" y="5120639"/>
            <a:ext cx="3514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{{unmet_need_statement}}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{{footer_refs}}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{{confidence}}% Confidence · medaccur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E74A697C-A22A-37F4-7FE8-4151147EDAB1}"/>
              </a:ext>
            </a:extLst>
          </p:cNvPr>
          <p:cNvSpPr/>
          <p:nvPr/>
        </p:nvSpPr>
        <p:spPr>
          <a:xfrm>
            <a:off x="8372657" y="1143000"/>
            <a:ext cx="314143" cy="6949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91ACF64-A0C1-E04A-176E-F6BE70B67D28}"/>
              </a:ext>
            </a:extLst>
          </p:cNvPr>
          <p:cNvSpPr/>
          <p:nvPr/>
        </p:nvSpPr>
        <p:spPr>
          <a:xfrm>
            <a:off x="8379639" y="2084832"/>
            <a:ext cx="307161" cy="69494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4C164F6E-D4B6-7621-0574-D0A06658EFDF}"/>
              </a:ext>
            </a:extLst>
          </p:cNvPr>
          <p:cNvSpPr/>
          <p:nvPr/>
        </p:nvSpPr>
        <p:spPr>
          <a:xfrm>
            <a:off x="8381999" y="3017519"/>
            <a:ext cx="304801" cy="694944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8E4901B4-82D2-E5B0-F00E-DFF65BB6DB7E}"/>
              </a:ext>
            </a:extLst>
          </p:cNvPr>
          <p:cNvSpPr/>
          <p:nvPr/>
        </p:nvSpPr>
        <p:spPr>
          <a:xfrm>
            <a:off x="8379638" y="3931920"/>
            <a:ext cx="307161" cy="694944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TextBox 83"/>
          <p:cNvSpPr txBox="1"/>
          <p:nvPr/>
        </p:nvSpPr>
        <p:spPr>
          <a:xfrm>
            <a:off x="8304814" y="1170858"/>
            <a:ext cx="406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{{tx_1l_badge}}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04814" y="2103546"/>
            <a:ext cx="406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{{tx_2l_badge}}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75319" y="3036234"/>
            <a:ext cx="470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{{tx_3l_badge}}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5318" y="3919761"/>
            <a:ext cx="485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{{tx_rrmm_badge}}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Custom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Bertan Bopp</cp:lastModifiedBy>
  <cp:revision>5</cp:revision>
  <dcterms:created xsi:type="dcterms:W3CDTF">2013-01-27T09:14:16Z</dcterms:created>
  <dcterms:modified xsi:type="dcterms:W3CDTF">2026-04-02T21:07:54Z</dcterms:modified>
  <cp:category/>
</cp:coreProperties>
</file>