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37192" y="-457200"/>
            <a:ext cx="2560320" cy="2560320"/>
          </a:xfrm>
          <a:prstGeom prst="ellipse">
            <a:avLst/>
          </a:prstGeom>
          <a:noFill/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02952" y="-457200"/>
            <a:ext cx="1828800" cy="1828800"/>
          </a:xfrm>
          <a:prstGeom prst="ellipse">
            <a:avLst/>
          </a:prstGeom>
          <a:noFill/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-457200"/>
            <a:ext cx="1097280" cy="1097280"/>
          </a:xfrm>
          <a:prstGeom prst="ellipse">
            <a:avLst/>
          </a:prstGeom>
          <a:noFill/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3961" y="365760"/>
            <a:ext cx="7433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576" y="365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2194560" cy="329184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388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MEDICAL AFFAIRS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 i="0">
                <a:solidFill>
                  <a:srgbClr val="FFFFFF"/>
                </a:solidFill>
                <a:latin typeface="Arial"/>
              </a:defRPr>
            </a:pPr>
            <a:r>
              <a:t>{{drug_name}}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 i="0">
                <a:solidFill>
                  <a:srgbClr val="C4B5FD"/>
                </a:solidFill>
                <a:latin typeface="Arial"/>
              </a:defRPr>
            </a:pPr>
            <a:r>
              <a:t>({{drug_brand}})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{{indication_full}}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4572000" cy="91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{{map_scope}}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Prepared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{{prepared_for}}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{{classification}}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{{date}}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937760"/>
            <a:ext cx="2651760" cy="640080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3D3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9136" y="5029200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5212080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{{version}}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5760720"/>
            <a:ext cx="2286000" cy="329184"/>
          </a:xfrm>
          <a:prstGeom prst="roundRect">
            <a:avLst/>
          </a:prstGeom>
          <a:solidFill>
            <a:srgbClr val="252055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57790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4</cp:revision>
  <dcterms:created xsi:type="dcterms:W3CDTF">2013-01-27T09:14:16Z</dcterms:created>
  <dcterms:modified xsi:type="dcterms:W3CDTF">2026-04-01T22:25:54Z</dcterms:modified>
  <cp:category/>
</cp:coreProperties>
</file>