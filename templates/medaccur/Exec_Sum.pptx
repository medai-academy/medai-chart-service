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{{drug_label}}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28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0" y="128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t>{{scope_badge}}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658368"/>
            <a:ext cx="11859768" cy="59436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" y="1216152"/>
            <a:ext cx="1185976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" y="7132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KEY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896112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{{key_message}}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1380744"/>
            <a:ext cx="36576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{{kpi_1_label}}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8B5CF6"/>
                </a:solidFill>
                <a:latin typeface="Arial"/>
              </a:defRPr>
            </a:pPr>
            <a:r>
              <a:rPr dirty="0"/>
              <a:t>{{kpi_1_value}}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{{kpi_1_detail}}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{{kpi_1_context}}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6966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56966" y="1380744"/>
            <a:ext cx="36576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84982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{{kpi_2_label}}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4982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366F1"/>
                </a:solidFill>
                <a:latin typeface="Arial"/>
              </a:defRPr>
            </a:pPr>
            <a:r>
              <a:t>{{kpi_2_value}}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4982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{{kpi_2_detail}}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4982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{{kpi_2_context}}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9340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49340" y="1380744"/>
            <a:ext cx="36576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77356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{{kpi_3_label}}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7356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3B82F6"/>
                </a:solidFill>
                <a:latin typeface="Arial"/>
              </a:defRPr>
            </a:pPr>
            <a:r>
              <a:t>{{kpi_3_value}}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7356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{{kpi_3_detail}}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7356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{{kpi_3_context}}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1714" y="1380744"/>
            <a:ext cx="288264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141714" y="1380744"/>
            <a:ext cx="36576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9730" y="1472184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94A3B8"/>
                </a:solidFill>
                <a:latin typeface="Arial"/>
              </a:defRPr>
            </a:pPr>
            <a:r>
              <a:t>{{kpi_4_label}}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9730" y="1590896"/>
            <a:ext cx="262661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6B6D4"/>
                </a:solidFill>
                <a:latin typeface="Arial"/>
              </a:defRPr>
            </a:pPr>
            <a:r>
              <a:t>{{kpi_4_value}}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9730" y="1984248"/>
            <a:ext cx="262661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t>{{kpi_4_detail}}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9730" y="2148840"/>
            <a:ext cx="26266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800">
                <a:solidFill>
                  <a:schemeClr val="tx1">
                    <a:lumMod val="65000"/>
                    <a:lumOff val="35000"/>
                  </a:schemeClr>
                </a:solidFill>
              </a:rPr>
              <a:t>{{kpi_4_context}}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4592" y="2532888"/>
            <a:ext cx="5865876" cy="39136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64592" y="2532888"/>
            <a:ext cx="5865876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4592" y="2825496"/>
            <a:ext cx="586587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1600" y="2683320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1664" y="2606040"/>
            <a:ext cx="5408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dirty="0"/>
              <a:t>Key Findings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3013188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2981104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 dirty="0"/>
              <a:t>{{finding_1}}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" y="3381194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3365152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/>
              <a:t>{{finding_2}}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376524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749200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/>
              <a:t>{{finding_3}}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4165332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133248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/>
              <a:t>{{finding_4}}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4549380"/>
            <a:ext cx="1280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517296"/>
            <a:ext cx="5408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100"/>
              <a:t>{{finding_5}}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8483" y="2532888"/>
            <a:ext cx="5865876" cy="39136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58483" y="2532888"/>
            <a:ext cx="5865876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58483" y="2825496"/>
            <a:ext cx="586587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86499" y="2673488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96227" y="2606040"/>
            <a:ext cx="54086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t>Implications &amp; Next Steps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86499" y="300404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77938" y="2898648"/>
            <a:ext cx="5701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{{impl_1_title}}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7939" y="312878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/>
              <a:t>{{impl_1_text}}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86499" y="353971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77937" y="3434318"/>
            <a:ext cx="5646295" cy="286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{{impl_2_title}}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7939" y="366445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/>
              <a:t>{{impl_2_text}}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86499" y="4077976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77938" y="3972576"/>
            <a:ext cx="55184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{{impl_3_title}}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7939" y="4202712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/>
              <a:t>{{impl_3_text}}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86499" y="4606402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77938" y="4501002"/>
            <a:ext cx="55001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{{impl_4_title}}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77939" y="4731138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/>
              <a:t>{{impl_4_text}}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86499" y="513482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77938" y="5029428"/>
            <a:ext cx="56281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F59E0B"/>
                </a:solidFill>
                <a:latin typeface="Arial"/>
              </a:defRPr>
            </a:pPr>
            <a:r>
              <a:rPr sz="1200" dirty="0"/>
              <a:t>{{impl_5_title}}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77939" y="5259564"/>
            <a:ext cx="55001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 i="0">
                <a:solidFill>
                  <a:srgbClr val="475569"/>
                </a:solidFill>
                <a:latin typeface="Arial"/>
              </a:defRPr>
            </a:pPr>
            <a:r>
              <a:rPr sz="1000" dirty="0"/>
              <a:t>{{impl_5_text}}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4</cp:revision>
  <dcterms:created xsi:type="dcterms:W3CDTF">2013-01-27T09:14:16Z</dcterms:created>
  <dcterms:modified xsi:type="dcterms:W3CDTF">2026-04-02T09:27:22Z</dcterms:modified>
  <cp:category/>
</cp:coreProperties>
</file>