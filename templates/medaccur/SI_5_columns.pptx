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50CE4-A0A2-6755-05D3-43A2F8BE3A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F5E39F-829F-F30A-B0D6-E6A6A2601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71727-C1C5-2A4D-A37A-03E128CF6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D482B-52EA-1EA6-76E4-FC9AAC803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BE66B-6415-E976-9276-BDD9C763F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625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96D67-AB7C-670C-81E3-107548F7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A920F-BBAF-60B1-2A37-8DDF32D1C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E3316-5591-25BF-1E13-74D08397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F3094-76A8-E023-C73B-30AD29522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FBF0-59D1-AD00-58FB-06AEBD877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72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BC33-F2E5-307E-541D-CA97F7A35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70EBA-BA31-523B-A137-8A136C6D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5699-4EB5-3C56-0679-D61F4C2F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FE2F-9956-6A69-ADB1-775618D8E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4F90-8CD1-DB06-A5B2-606DF7C1A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5104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DDB9-6D9D-B7E2-6819-18C08BBCD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3E555-1499-B882-0903-7374DCA13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14063-1B13-549F-B985-3109A3567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95A50-5634-F9B0-67BB-95F3ABBF9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319AE-1019-F44C-8D5F-CA5F7E6CA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0E141-E5F4-3F9F-BB74-DF46C21D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2623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C9C35-315D-BFD8-336D-8F93E8DB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CEDA1-7531-645D-99D4-E4D6E647C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A7EEE-1CAE-DE8E-E300-BE72F0CB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7C209-E903-4E6C-29D3-785BBD80A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D73AE-7EF1-E480-F74D-B00A0C72C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326C8-8462-032B-BDFA-55649BBC9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B894B4-CB26-B77B-7026-2E9120BB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770DDE-47DC-C142-E9AF-B82F268F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944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09576-DF9F-3C8B-D61A-D9304C9BA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21317-A305-8199-6650-C1D55D223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924D6-1F02-ED38-4053-2C80C2055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72BE7-6D29-95BF-B81A-741BC6C8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563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323F7-1E35-EA90-2D39-A32B11E9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AEA4DB-575F-73AD-A286-05C5C9C2C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77658-A032-A766-8764-6AD4B76C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1885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6043-42ED-57C3-ED92-3516E1486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5911F-3B78-818A-9240-780371556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6EACD-7D68-4EED-A535-03351EF5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9D85A-A229-79B1-C984-A86F65BA5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4FEDC-7695-71F4-C4FD-DF1B891FF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BF19A-9114-C852-DC6B-99ED75F0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871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C84A-158F-CDC0-EA08-D5E2BD0D4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6624E0-4FCE-4D0D-1BA7-EB6779B001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2D5FBA-C10C-BDC1-FFFA-2CC7B65280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49939-7BE0-8558-1862-B442918F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18D91-18F0-AE94-A11C-2FA1ED091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EE94C-B24F-9CDE-86C7-6129A436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185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7C05B-2DFE-A542-86ED-790DEB93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8888B5-F68D-5508-5930-A17DA210D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62C85-2450-07BA-22FC-3AF19BF81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6B1D7-F52A-F237-1F0A-044F69F44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2CCF7-7BBD-7327-76C4-E204419F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0962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F7D893-D9FC-5461-DFB6-A8BB14897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9C37D-B818-7FC5-A128-FEF4EB3A7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3E687-597E-51A3-4646-D7FAABC9A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0068B7-BEB8-4128-3A1D-C4AEF8297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FA495-1B73-646B-E44C-ECE450CA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8335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4A6861-3966-4673-187F-2EC2C726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2FE96-7E3C-978B-99E0-6EFB09C14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18F4C-575E-CFED-8A0A-5FD1A659A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EF0FF-4628-4394-A4F4-D1E438F24417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74D76-8222-7E07-3789-F488EB4E02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1DAB2-DED5-0439-42F0-8A009AC34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48BC3F-936C-4155-BA21-67929407044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20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6180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rPr sz="140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940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rPr sz="1400"/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1748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8908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4628" y="69024"/>
            <a:ext cx="1554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sz="900"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1988" y="109728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rPr sz="1100"/>
              <a:t>{{drug_label_year}}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7348" y="658368"/>
            <a:ext cx="11457432" cy="640080"/>
          </a:xfrm>
          <a:prstGeom prst="roundRect">
            <a:avLst/>
          </a:prstGeom>
          <a:solidFill>
            <a:srgbClr val="312E81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7348" y="1261872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0228" y="731519"/>
            <a:ext cx="11091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94A3B8"/>
                </a:solidFill>
                <a:latin typeface="Arial"/>
              </a:defRPr>
            </a:pPr>
            <a:r>
              <a:rPr sz="900"/>
              <a:t>OVERARCHING MEDICAL AFFAIRS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228" y="914400"/>
            <a:ext cx="11091672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200" b="0" i="0">
                <a:solidFill>
                  <a:srgbClr val="FFFFFF"/>
                </a:solidFill>
                <a:latin typeface="Arial"/>
              </a:defRPr>
            </a:pPr>
            <a:r>
              <a:rPr sz="1200"/>
              <a:t>{{vision_statement}}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349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8788" y="1536192"/>
            <a:ext cx="27432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788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261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8B5CF6"/>
                </a:solidFill>
                <a:latin typeface="Arial"/>
              </a:defRPr>
            </a:pPr>
            <a:r>
              <a:rPr sz="1000"/>
              <a:t>{{pillar_1_title}}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64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{{pillar_1_subtitle}}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64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364" y="239572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364" y="2646056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6805" y="259959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{{pillar_1_metric_1_label}}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364" y="2582048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/>
              <a:t>{{pillar_1_metric_1_value}}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364" y="2902088"/>
            <a:ext cx="4572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6805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{{pillar_1_metric_2_label}}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64" y="2838080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 dirty="0"/>
              <a:t>{{pillar_1_metric_2_value}}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5364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5364" y="321868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64" y="3383280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669" y="342255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{{pillar_1_action_1}}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364" y="3602736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8B5C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669" y="364200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{{pillar_1_action_2}}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80780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72220" y="1536192"/>
            <a:ext cx="274320" cy="2743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772220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19692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6366F1"/>
                </a:solidFill>
                <a:latin typeface="Arial"/>
              </a:defRPr>
            </a:pPr>
            <a:r>
              <a:rPr sz="1000"/>
              <a:t>{{pillar_2_title}}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796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{{pillar_2_subtitle}}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08796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808796" y="239572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796" y="2646056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00237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{{pillar_2_metric_1_label}}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08796" y="2529254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sz="900" dirty="0"/>
              <a:t>{{pillar_2_metric_1_value}}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08796" y="2902088"/>
            <a:ext cx="457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900237" y="280924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{{pillar_2_metric_2_label}}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08794" y="2809240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6366F1"/>
                </a:solidFill>
                <a:latin typeface="Arial"/>
              </a:defRPr>
            </a:pPr>
            <a:r>
              <a:rPr sz="900" dirty="0"/>
              <a:t>{{pillar_2_metric_2_value}}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796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08796" y="321868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08796" y="3383280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55100" y="341694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{{pillar_2_action_1}}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08796" y="3602736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366F1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55100" y="363639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{{pillar_2_action_2}}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94213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085652" y="1536192"/>
            <a:ext cx="274320" cy="274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85652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33125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3B82F6"/>
                </a:solidFill>
                <a:latin typeface="Arial"/>
              </a:defRPr>
            </a:pPr>
            <a:r>
              <a:rPr sz="1000"/>
              <a:t>{{pillar_3_title}}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2228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{{pillar_3_subtitle}}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122228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122228" y="239572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22228" y="2646056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213669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{{pillar_3_metric_1_label}}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22228" y="2562040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sz="900" dirty="0"/>
              <a:t>{{pillar_3_metric_1_value}}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22228" y="2902088"/>
            <a:ext cx="457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213669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{{pillar_3_metric_2_label}}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22228" y="2818072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3B82F6"/>
                </a:solidFill>
                <a:latin typeface="Arial"/>
              </a:defRPr>
            </a:pPr>
            <a:r>
              <a:rPr sz="900"/>
              <a:t>{{pillar_3_metric_2_value}}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122228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22228" y="321868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22228" y="3383280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68533" y="343276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{{pillar_3_action_1}}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22228" y="3602736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3B82F6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68533" y="365221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{{pillar_3_action_2}}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07645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399084" y="1536192"/>
            <a:ext cx="274320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99084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46557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06B6D4"/>
                </a:solidFill>
                <a:latin typeface="Arial"/>
              </a:defRPr>
            </a:pPr>
            <a:r>
              <a:rPr sz="1000"/>
              <a:t>{{pillar_4_title}}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35660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{{pillar_4_subtitle}}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435660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435660" y="239572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35660" y="2646056"/>
            <a:ext cx="45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527101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{{pillar_4_metric_1_label}}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35660" y="2550684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rPr sz="900"/>
              <a:t>{{pillar_4_metric_1_value}}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35660" y="2902088"/>
            <a:ext cx="4572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527101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{{pillar_4_metric_2_label}}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35660" y="2806716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06B6D4"/>
                </a:solidFill>
                <a:latin typeface="Arial"/>
              </a:defRPr>
            </a:pPr>
            <a:r>
              <a:rPr sz="900" dirty="0"/>
              <a:t>{{pillar_4_metric_2_value}}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35660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35660" y="321868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 dirty="0"/>
              <a:t>KEY ACTIONS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35660" y="3383280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1965" y="342138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{{pillar_4_action_1}}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5660" y="3602736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06B6D4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581965" y="364083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{{pillar_4_action_2}}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621077" y="1408176"/>
            <a:ext cx="2203703" cy="43525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712516" y="1536192"/>
            <a:ext cx="2743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712516" y="1554481"/>
            <a:ext cx="274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rPr sz="1200" dirty="0"/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059989" y="1536192"/>
            <a:ext cx="1673351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00" b="1" i="0">
                <a:solidFill>
                  <a:srgbClr val="F59E0B"/>
                </a:solidFill>
                <a:latin typeface="Arial"/>
              </a:defRPr>
            </a:pPr>
            <a:r>
              <a:rPr sz="1000"/>
              <a:t>{{pillar_5_title}}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749092" y="1865376"/>
            <a:ext cx="19476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{{pillar_5_subtitle}}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49092" y="234086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749092" y="239572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METRICS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749092" y="2646056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9840533" y="2560320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 dirty="0"/>
              <a:t>{{pillar_5_metric_1_label}}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12516" y="2557890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59E0B"/>
                </a:solidFill>
                <a:latin typeface="Arial"/>
              </a:defRPr>
            </a:pPr>
            <a:r>
              <a:rPr sz="900" dirty="0"/>
              <a:t>{{pillar_5_metric_1_value}}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749092" y="2902088"/>
            <a:ext cx="45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840533" y="2816352"/>
            <a:ext cx="1746503" cy="12801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750" b="0" i="0">
                <a:solidFill>
                  <a:srgbClr val="64748B"/>
                </a:solidFill>
                <a:latin typeface="Arial"/>
              </a:defRPr>
            </a:pPr>
            <a:r>
              <a:rPr sz="900"/>
              <a:t>{{pillar_5_metric_2_label}}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712516" y="2813922"/>
            <a:ext cx="1947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 i="0">
                <a:solidFill>
                  <a:srgbClr val="F59E0B"/>
                </a:solidFill>
                <a:latin typeface="Arial"/>
              </a:defRPr>
            </a:pPr>
            <a:r>
              <a:rPr sz="900"/>
              <a:t>{{pillar_5_metric_2_value}}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49092" y="3163824"/>
            <a:ext cx="1947672" cy="9144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749092" y="3218689"/>
            <a:ext cx="194767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94A3B8"/>
                </a:solidFill>
                <a:latin typeface="Arial"/>
              </a:defRPr>
            </a:pPr>
            <a:r>
              <a:rPr sz="700"/>
              <a:t>KEY ACTIONS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749092" y="3383280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95398" y="3415930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 dirty="0"/>
              <a:t>{{pillar_5_action_1}}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49092" y="3602736"/>
            <a:ext cx="12801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F59E0B"/>
                </a:solidFill>
                <a:latin typeface="Arial"/>
              </a:defRPr>
            </a:pPr>
            <a:r>
              <a:rPr sz="800"/>
              <a:t>→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895398" y="3635386"/>
            <a:ext cx="1801367" cy="1828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800"/>
              <a:t>{{pillar_5_action_2}}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7348" y="5870448"/>
            <a:ext cx="11457432" cy="6400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67348" y="5870448"/>
            <a:ext cx="11457432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550228" y="5961888"/>
            <a:ext cx="110916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B5CF6"/>
                </a:solidFill>
                <a:latin typeface="Arial"/>
              </a:defRPr>
            </a:pPr>
            <a:r>
              <a:rPr sz="900"/>
              <a:t>FOUNDATIONAL ENABLERS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50228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{{enabler_1}}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68562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{{enabler_2}}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986896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{{enabler_3}}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05231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{{enabler_4}}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423565" y="6163056"/>
            <a:ext cx="212689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800" b="0" i="0">
                <a:solidFill>
                  <a:srgbClr val="475569"/>
                </a:solidFill>
                <a:latin typeface="Arial"/>
              </a:defRPr>
            </a:pPr>
            <a:r>
              <a:rPr sz="1050"/>
              <a:t>{{enabler_5}}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88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588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330772" y="6629401"/>
            <a:ext cx="64008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rPr sz="700"/>
              <a:t>{{footer_refs}}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8388" y="6629401"/>
            <a:ext cx="32004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rPr sz="700"/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Bertan Bopp</dc:creator>
  <cp:lastModifiedBy>Bertan Bopp</cp:lastModifiedBy>
  <cp:revision>2</cp:revision>
  <dcterms:created xsi:type="dcterms:W3CDTF">2026-04-01T22:18:14Z</dcterms:created>
  <dcterms:modified xsi:type="dcterms:W3CDTF">2026-04-01T23:17:33Z</dcterms:modified>
</cp:coreProperties>
</file>