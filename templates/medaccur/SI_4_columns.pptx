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9A58C-2418-41D4-A330-1978CA34A9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4E9A8-E6FD-4FE3-A7A0-2408624734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59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652" y="109728"/>
            <a:ext cx="593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9832" y="99896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7580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STRATEGIC IMPERATIVES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{{drug_label}}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658368"/>
            <a:ext cx="11457432" cy="64008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340528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731519"/>
            <a:ext cx="11091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OVERARCHING MEDICAL AFFAIRS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93268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{{vision_statement}}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554480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t>{{pillar_1_title}}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{{pillar_1_subtitle}}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265176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{{pillar_1_metric_1_label}}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259572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{{pillar_1_metric_1_value}}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292608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{{pillar_1_metric_2_label}}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" y="287004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{{pillar_1_metric_2_value}}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320040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{{pillar_1_metric_3_label}}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31443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{{pillar_1_metric_3_value}}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{{pillar_1_action_1}}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{{pillar_1_action_2}}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{{pillar_1_action_3}}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62122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53562" y="155448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53562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1033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t>{{pillar_2_title}}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90138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{{pillar_2_subtitle}}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90138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90138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90138" y="265176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81578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{{pillar_2_metric_1_label}}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0138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{{pillar_2_metric_1_value}}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90138" y="292608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81578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{{pillar_2_metric_2_label}}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0138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{{pillar_2_metric_2_value}}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90138" y="320040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81578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{{pillar_2_metric_3_label}}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90138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t>{{pillar_2_metric_3_value}}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90138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90138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90138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36441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{{pillar_2_action_1}}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90138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36441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{{pillar_2_action_2}}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90138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36441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{{pillar_2_action_3}}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58484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249924" y="1554480"/>
            <a:ext cx="2743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49924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97396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t>{{pillar_3_title}}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6500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{{pillar_3_subtitle}}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86500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86500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86500" y="265176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77940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{{pillar_3_metric_1_label}}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86500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{{pillar_3_metric_1_value}}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86500" y="292608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77940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{{pillar_3_metric_2_label}}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86500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{{pillar_3_metric_2_value}}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86500" y="320040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377940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{{pillar_3_metric_3_label}}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86500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{{pillar_3_metric_3_value}}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86500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86500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86500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32804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{{pillar_3_action_1}}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86500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32804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{{pillar_3_action_2}}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86500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32804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{{pillar_3_action_3}}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54846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146286" y="1554480"/>
            <a:ext cx="27432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146286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93758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t>{{pillar_4_title}}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2862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{{pillar_4_subtitle}}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82862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182862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82862" y="265176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274302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{{pillar_4_metric_1_label}}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82862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{{pillar_4_metric_1_value}}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82862" y="292608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274302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{{pillar_4_metric_2_label}}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82862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{{pillar_4_metric_2_value}}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182862" y="320040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274302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{{pillar_4_metric_3_label}}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82862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{{pillar_4_metric_3_value}}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82862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82862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82862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29166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{{pillar_4_action_1}}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82862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29166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{{pillar_4_action_2}}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82862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29166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{{pillar_4_action_3}}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5760" y="5029199"/>
            <a:ext cx="11457432" cy="6400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65760" y="5029199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48640" y="5120639"/>
            <a:ext cx="11091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FOUNDATIONAL ENABLERS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{{enabler_1}}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66974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{{enabler_2}}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85308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{{enabler_3}}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03643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{{enabler_4}}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21977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{{enabler_5}}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{{footer_refs}}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Custom</PresentationFormat>
  <Paragraphs>82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5</cp:revision>
  <dcterms:created xsi:type="dcterms:W3CDTF">2013-01-27T09:14:16Z</dcterms:created>
  <dcterms:modified xsi:type="dcterms:W3CDTF">2026-04-01T22:22:02Z</dcterms:modified>
  <cp:category/>
</cp:coreProperties>
</file>