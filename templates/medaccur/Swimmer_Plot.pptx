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623C-63C1-9DF6-16B9-0D4BEF2BB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80EC1-30CF-CB40-1A8E-53C399C70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30D88-E93F-C474-D838-920DCE55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CEEB4-11E5-A9C1-346C-3BB66DFF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8AF89-B65D-4C95-B1E0-7D8F74A1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14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75A3-5E1E-8EB3-8661-B8DB8086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9CF07-3E35-F36F-B010-B7CFA4B8B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F7727-D023-50B8-3AB8-D7413F24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B1FEC-FD39-ECB0-9E33-16987567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38591-E87E-B9DD-6882-5B23EE1C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69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EDF4-7D7D-8EA7-1757-832D047E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2AEEF-09FE-EEF9-31F6-7055ED674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26625-7567-8389-6A85-1A034B16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A3C7A-B409-BD6F-438C-924B942D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16DFD-536B-E309-2D90-96A350FF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90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AA51-FC23-EBB2-C1FF-90A29729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A21F7-B3C5-3330-C9AF-A31E8A7A8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2B437-C416-15F4-9028-1897A9607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4385-5862-02BB-FE87-E6A835AB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707E3-7FB9-D33B-4D5C-E252A2A8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0663D-C3C0-4968-B6F8-6046637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94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F38E-D888-7891-9C25-97FDC811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2C2E5-CF06-15AE-EA91-E8198FA3A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7612D-8C69-2F47-2FDB-1F6A4CF39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FC69F-9FB8-4670-BFEE-1A6CA8444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5C9DF-114D-4646-2FF2-D93AB1CD1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B42E1-BA50-C068-859E-18F5E638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D4EDF-1AC5-117A-C75D-20264A71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63253-1706-E8EA-E094-C15C707D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60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6DAD-FD6E-ACBD-CA0B-8F7D5107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D7C84-14CF-98C1-DE9C-94F74BDD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964EC-36A4-4FE2-A37A-D2F3CC5A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0EC18-8898-55CA-636B-80F43291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38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3DCF6-26AF-4F09-D3F1-9F2EE1BE3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0A9E3-B3D4-872E-EE13-9B22F607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3047A-E05C-A63D-329B-47F7B100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029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B70A-2E3A-830B-85C3-7B778BA3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C703-6585-4E06-01B5-885A8BC6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CB5F8-0B7E-01E3-AE91-AA8985157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99B23-0E82-F0DF-20A6-F3438952C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F78B1-1B3D-F095-D31B-B9FF0825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F3C65-E715-39F8-F785-72037F01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0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30FB-89D9-FAC6-F53B-3858C241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13E66-7382-37AE-F4DE-E49FCE188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2F67C-FE04-0CEC-D4D4-C51CF4A0A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58B84-9042-593C-21FD-304BD4F7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028D1-0C01-BD96-354B-970B7355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5E0EA-D23C-25C4-0AC0-B044FE2F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66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335C-7217-8029-DACC-D49F2B84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70CE4-3F25-162B-17C5-E829BDBE2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4BD0C-77DF-219C-63FB-B37885EC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89AB-2975-85EC-8B68-EB033934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7A2C2-032E-1E76-0AFE-164EECBF9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55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78490-1EAB-A513-6DD4-714B04165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39923-2894-0DAD-39A9-E2C5FE39D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2C7F3-F5B2-E126-F6C4-A45F39AA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4E22F-5D1C-3352-9A05-282D1392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3CE8E-7C1F-6250-4117-4409B21A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804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CE10E-D087-F857-31B9-81CA7B04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0D53-0912-4377-2441-2E280D97C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99D2D-01C0-E1B4-D0F6-D18FA81F9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1710B0-5513-4DDA-9527-E19B124D333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33FF7-F88E-B93A-C6D4-C2FC958E9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03392-0E4D-FC35-9FA7-CB46550F3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D05D2-42FF-4127-8385-178C9F62F2B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7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8908" y="109728"/>
            <a:ext cx="1645920" cy="274320"/>
          </a:xfrm>
          <a:prstGeom prst="round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SWIMMER PLOT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{{swimmer_drug_label}}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80" y="658368"/>
            <a:ext cx="11859768" cy="5541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6180" y="658368"/>
            <a:ext cx="11859768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6180" y="987552"/>
            <a:ext cx="1185976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4196" y="821370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3924" y="731519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/>
              <a:t>{{swimmer_title}}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772" y="1060705"/>
            <a:ext cx="7315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4748B"/>
                </a:solidFill>
                <a:latin typeface="Arial"/>
              </a:defRPr>
            </a:pPr>
            <a:r>
              <a:rPr sz="700"/>
              <a:t>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308" y="1060705"/>
            <a:ext cx="10515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64748B"/>
                </a:solidFill>
                <a:latin typeface="Arial"/>
              </a:defRPr>
            </a:pPr>
            <a:r>
              <a:rPr sz="700"/>
              <a:t>Time on Treatment (months)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148" y="5760721"/>
            <a:ext cx="2743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0308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55376" y="5760721"/>
            <a:ext cx="2743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2536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57605" y="5760721"/>
            <a:ext cx="301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765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32401" y="5760721"/>
            <a:ext cx="301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993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2062" y="5760721"/>
            <a:ext cx="301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9222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2250" y="5760721"/>
            <a:ext cx="35636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1450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66519" y="5760721"/>
            <a:ext cx="28346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36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03679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559604" y="5760721"/>
            <a:ext cx="28346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05908" y="1280160"/>
            <a:ext cx="4572" cy="44622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0772" y="1243584"/>
            <a:ext cx="1137513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0772" y="1289304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0772" y="12984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772" y="152079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772" y="1733991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0772" y="174313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0772" y="196547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0772" y="2178678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0772" y="218782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0772" y="241016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0772" y="2623365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0772" y="263250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0772" y="2854853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0772" y="3068052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30772" y="307719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0772" y="32995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0772" y="3512739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30772" y="3521883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0772" y="3744227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0772" y="3957426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30772" y="396657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0772" y="418891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0772" y="4402114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30772" y="441125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0772" y="463360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0772" y="4846801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30772" y="485594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0772" y="507828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0772" y="5291488"/>
            <a:ext cx="11375136" cy="219456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30772" y="53006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0772" y="5522975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8788" y="5779008"/>
            <a:ext cx="5486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64748B"/>
                </a:solidFill>
                <a:latin typeface="Arial"/>
              </a:defRPr>
            </a:pPr>
            <a:r>
              <a:rPr sz="700"/>
              <a:t>Legend: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7428" y="5797295"/>
            <a:ext cx="2743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336612" y="5779008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CR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30388" y="5797295"/>
            <a:ext cx="274320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159572" y="5779008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VGPR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653348" y="5797295"/>
            <a:ext cx="27432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982532" y="5779008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476308" y="5797295"/>
            <a:ext cx="27432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805492" y="5779008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SD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3588" y="5779008"/>
            <a:ext cx="14630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8B5CF6"/>
                </a:solidFill>
                <a:latin typeface="Arial"/>
              </a:defRPr>
            </a:pPr>
            <a:r>
              <a:rPr sz="700"/>
              <a:t>▶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56468" y="5779008"/>
            <a:ext cx="7315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Ongoing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25917" y="5779008"/>
            <a:ext cx="14630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EF4444"/>
                </a:solidFill>
                <a:latin typeface="Arial"/>
              </a:defRPr>
            </a:pPr>
            <a:r>
              <a:rPr sz="700"/>
              <a:t>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08797" y="5779008"/>
            <a:ext cx="914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4748B"/>
                </a:solidFill>
                <a:latin typeface="Arial"/>
              </a:defRPr>
            </a:pPr>
            <a:r>
              <a:rPr sz="700"/>
              <a:t>Progression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97% Confidence · Source-verified · medaccur ELISE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2</cp:revision>
  <dcterms:created xsi:type="dcterms:W3CDTF">2026-04-01T22:24:15Z</dcterms:created>
  <dcterms:modified xsi:type="dcterms:W3CDTF">2026-04-02T21:14:04Z</dcterms:modified>
</cp:coreProperties>
</file>