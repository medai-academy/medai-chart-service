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59" y="109728"/>
            <a:ext cx="519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648" y="1097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Calibri"/>
              </a:defRPr>
            </a:pPr>
            <a:r>
              <a:rPr dirty="0" err="1"/>
              <a:t>accur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554480" y="109728"/>
            <a:ext cx="1828800" cy="34747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5682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KAPLAN-MEIER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09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{{drug_label}}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CBD5E1"/>
                </a:solidFill>
                <a:latin typeface="Calibri"/>
              </a:defRPr>
            </a:pPr>
            <a:r>
              <a:t>{{phase_badge}}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CD34D"/>
                </a:solidFill>
                <a:latin typeface="Calibri"/>
              </a:defRPr>
            </a:pPr>
            <a:r>
              <a:t>{{scope_badge}}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{{km_title}}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766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{{km_subtitle}}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143000"/>
            <a:ext cx="273634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1143000"/>
            <a:ext cx="273634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1234440"/>
            <a:ext cx="251688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{{km_kpi_1_label}}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417320"/>
            <a:ext cx="25168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{{km_kpi_1_value}}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03270" y="1143000"/>
            <a:ext cx="273634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03270" y="1143000"/>
            <a:ext cx="273634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12998" y="1234440"/>
            <a:ext cx="251688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{{km_kpi_2_label}}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2998" y="1417320"/>
            <a:ext cx="25168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Calibri"/>
              </a:defRPr>
            </a:pPr>
            <a:r>
              <a:t>{{km_kpi_2_value}}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9340" y="1143000"/>
            <a:ext cx="273634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49340" y="1143000"/>
            <a:ext cx="273634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59068" y="1234440"/>
            <a:ext cx="251688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{{km_kpi_3_label}}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9068" y="1417320"/>
            <a:ext cx="25168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{{km_kpi_3_value}}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5410" y="1143000"/>
            <a:ext cx="273634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995410" y="1143000"/>
            <a:ext cx="273634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05138" y="1234440"/>
            <a:ext cx="251688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{{km_kpi_4_label}}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5138" y="1417320"/>
            <a:ext cx="25168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Calibri"/>
              </a:defRPr>
            </a:pPr>
            <a:r>
              <a:t>{{km_kpi_4_value}}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057400"/>
            <a:ext cx="11274552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{{km_chart_area}}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8862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KM curve rendered by Chart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89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475569"/>
                </a:solidFill>
                <a:latin typeface="Calibri"/>
              </a:defRPr>
            </a:pPr>
            <a:r>
              <a:t>{{km_at_risk_label}}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AFB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" y="6565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{{footer_refs}}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6565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5CF6"/>
                </a:solidFill>
                <a:latin typeface="Calibri"/>
              </a:defRPr>
            </a:pPr>
            <a:r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Bertan</dc:creator>
  <cp:keywords/>
  <dc:description>generated using python-pptx</dc:description>
  <cp:lastModifiedBy>Bertan Bopp</cp:lastModifiedBy>
  <cp:revision>2</cp:revision>
  <dcterms:created xsi:type="dcterms:W3CDTF">2013-01-27T09:14:16Z</dcterms:created>
  <dcterms:modified xsi:type="dcterms:W3CDTF">2026-04-01T23:35:58Z</dcterms:modified>
  <cp:category/>
</cp:coreProperties>
</file>