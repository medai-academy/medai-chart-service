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7B3FC3-FE1C-4977-AA0B-FBC64C50F63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89CB9-DEA9-421A-8BD6-9E09990BE3D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63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F4E9A8-E6FD-4FE3-A7A0-2408624734D4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2403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6B91C-D8B0-552B-70CB-FB96684D07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27788-5BC8-56AE-1C92-EDE04D17F8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0BFE1-1947-5B41-1605-F12DC6220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DD393-9537-4EA9-AE27-3DB1E3D2BCA1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54551-AACD-FBBC-E8AC-40ED34235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1E61D-9DC2-8A0E-5804-F79749DC8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5EA84-47FD-44A7-B471-77785E3474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4214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3F083-8059-3B21-E8C4-E319126A4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F40AA-4CA0-663F-8A02-E73D28EB1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D3D46-4B30-930E-41F5-9F7296D6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DD393-9537-4EA9-AE27-3DB1E3D2BCA1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CF889-8FBA-9862-A9FC-BFF54834D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112FD-F3D4-9540-4120-70CA57F31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5EA84-47FD-44A7-B471-77785E3474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6293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E10A6-3E97-21C8-1BFF-F05EF9D2C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A24C4-19F0-CEFC-3D58-FBCAE428A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BF003-376B-7824-2C65-0E1F2F83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DD393-9537-4EA9-AE27-3DB1E3D2BCA1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F610A-4C42-0070-76B0-9367C7B9E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42DC5-4594-818D-82EE-EE4E20D80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5EA84-47FD-44A7-B471-77785E3474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0385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46E85-1B75-65A8-8470-4CBEF62D5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A4E69-37BC-F7D4-8554-E2B8586CE7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673DE-9035-077F-1660-72CA50661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95FC5-45E4-650A-9D6B-FA6DD5039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DD393-9537-4EA9-AE27-3DB1E3D2BCA1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1D325-25D8-A395-774E-6F8236E11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43868-FA6C-0773-C3EA-CCDB871EB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5EA84-47FD-44A7-B471-77785E3474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0318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8C9F2-CB63-3762-E3AC-DBFBED55D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BC9CF-5BF2-E8F7-5ACF-7AADAC4E3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0512F-227C-A5FF-3BF7-1A94447C5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973258-339B-9814-DDE8-D8B18222EE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EAE246-D9B2-4CAC-7EE4-941E3D9784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1A8C6F-1A24-5A04-E374-E54F1078F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DD393-9537-4EA9-AE27-3DB1E3D2BCA1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58275F-674D-46AF-6239-0347FB44E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5F3876-C03C-772A-098E-D5CB65890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5EA84-47FD-44A7-B471-77785E3474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3068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96FC5-6732-0F4A-E484-18290D420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211294-EBA5-D031-2FE0-67886484A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DD393-9537-4EA9-AE27-3DB1E3D2BCA1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AB15A7-2BD0-CA33-34B1-85215E3C9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D60F30-A8C0-7D7D-896C-4D80CBECA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5EA84-47FD-44A7-B471-77785E3474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864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EEB6B-E673-6F73-0F5D-9A1ADCD94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DD393-9537-4EA9-AE27-3DB1E3D2BCA1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F4D9F1-3907-3EB0-2095-CE95741C0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21B5E-0CF6-7DDD-B6D1-CDE0A6454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5EA84-47FD-44A7-B471-77785E3474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6857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D8BC1-59BF-C323-0717-D2D25048F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2A397-70D3-7389-3ED7-D665A35EF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40F429-9877-006C-1DF6-9A1E160BA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8C32E-4790-AA5B-6789-83D1BD24D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DD393-9537-4EA9-AE27-3DB1E3D2BCA1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7A9F8-70E9-F604-1B7B-5454F4258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2F52B-ADD4-B221-1DBF-C68CAC623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5EA84-47FD-44A7-B471-77785E3474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1940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B9BED-8C9A-096F-0587-45414DE52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3A405-C9B3-45AA-850F-77F79ED622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4F537-C146-69E4-967E-E29E3D19D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65263-BDA4-963E-FBAA-587F21FC3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DD393-9537-4EA9-AE27-3DB1E3D2BCA1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54893-5CC1-AD0F-48C2-D761AC476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8172A-6EC3-0365-CCF1-B8A07D3FB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5EA84-47FD-44A7-B471-77785E3474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0234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955C0-371B-69B6-4668-B170422AA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5F27A1-154D-6976-D695-43913FE2B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C4736-EA74-7ED6-7604-AD782B4F7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DD393-9537-4EA9-AE27-3DB1E3D2BCA1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09FE1-31E2-A4AD-2762-F16E906A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DEBED-0B5E-8471-BD15-1FC99F1AF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5EA84-47FD-44A7-B471-77785E3474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6029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1CEAC4-2E1C-7EAF-9B30-573F2DF9AB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FF7200-9DC8-35F3-E4EE-E052C1B28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4949E-98D1-1813-A5A9-BA710D1E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DD393-9537-4EA9-AE27-3DB1E3D2BCA1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FFC7D-D5BF-90EF-E6BF-17B0D6E17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40BEB-8542-77CB-E484-072D36CEC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5EA84-47FD-44A7-B471-77785E3474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7938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1107F9-BF52-C687-532B-FED1501AE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F7C30-81EC-AF27-5996-1F61AF8D4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E7B4F-87F4-5211-ED24-A0030DAA9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DD393-9537-4EA9-AE27-3DB1E3D2BCA1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4A3E8-578D-1BFB-F198-21CB09439C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2319F-4492-D3E8-DDE7-555CD9CEB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15EA84-47FD-44A7-B471-77785E34749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6040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6180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sz="1400"/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1940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sz="1400"/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1748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8908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4628" y="1280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/>
              <a:t>TACTICAL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1988" y="10972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/>
              <a:t>{{drug_label_year}}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6180" y="493776"/>
            <a:ext cx="11859768" cy="6016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69300" y="658368"/>
            <a:ext cx="2439162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69300" y="731519"/>
            <a:ext cx="2439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sz="900"/>
              <a:t>Q1 · Jan–Mar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9300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Jan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2354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Feb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82354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95408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Mar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95408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08462" y="658368"/>
            <a:ext cx="2439162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8462" y="731519"/>
            <a:ext cx="2439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sz="900"/>
              <a:t>Q2 · Apr–Jun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8462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Apr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1516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May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21516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4570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Jun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34570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47624" y="658368"/>
            <a:ext cx="2439162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47624" y="731519"/>
            <a:ext cx="2439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sz="900"/>
              <a:t>Q3 · Jul–Sep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7624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Jul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60678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Aug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60678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3732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Sep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3732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86786" y="658368"/>
            <a:ext cx="2439162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86786" y="731519"/>
            <a:ext cx="2439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rPr sz="900"/>
              <a:t>Q4 · Oct–Dec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6786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Oct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99840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Nov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99840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212894" y="1042415"/>
            <a:ext cx="81305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94A3B8"/>
                </a:solidFill>
                <a:latin typeface="Arial"/>
              </a:defRPr>
            </a:pPr>
            <a:r>
              <a:rPr sz="600"/>
              <a:t>Dec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212894" y="1024128"/>
            <a:ext cx="4572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269300" y="1184148"/>
            <a:ext cx="9756648" cy="457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3533" y="786384"/>
            <a:ext cx="1828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 dirty="0"/>
              <a:t>WORKSTREAM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6180" y="1188720"/>
            <a:ext cx="11859768" cy="590931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66180" y="1188720"/>
            <a:ext cx="36576" cy="590931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5908" y="1243584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/>
              <a:t>{{ws_1_name}}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5908" y="1463039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85636" y="1444752"/>
            <a:ext cx="1371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{{ws_1_count}}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6180" y="1779652"/>
            <a:ext cx="36576" cy="590931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75908" y="1834515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/>
              <a:t>{{ws_2_name}}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5908" y="2053970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85636" y="2035684"/>
            <a:ext cx="1371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{{ws_2_count}}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6180" y="2370583"/>
            <a:ext cx="11859768" cy="590931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66180" y="2370583"/>
            <a:ext cx="36576" cy="59093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75908" y="2425446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/>
              <a:t>{{ws_3_name}}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5908" y="2644902"/>
            <a:ext cx="731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85636" y="2626615"/>
            <a:ext cx="1371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{{ws_3_count}}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6180" y="2961514"/>
            <a:ext cx="36576" cy="590931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75908" y="3016377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/>
              <a:t>{{ws_4_name}}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5908" y="3235833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85636" y="3217546"/>
            <a:ext cx="1371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{{ws_4_count}}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66180" y="3552445"/>
            <a:ext cx="11859768" cy="590931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66180" y="3552445"/>
            <a:ext cx="36576" cy="590931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75908" y="3607308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/>
              <a:t>{{ws_5_name}}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5908" y="3826764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85636" y="3808477"/>
            <a:ext cx="1371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{{ws_5_count}}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6180" y="4143376"/>
            <a:ext cx="36576" cy="59093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275908" y="4198239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/>
              <a:t>{{ws_6_name}}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5908" y="4417695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385636" y="4399408"/>
            <a:ext cx="1371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{{ws_6_count}}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6180" y="4734307"/>
            <a:ext cx="11859768" cy="590931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166180" y="4734307"/>
            <a:ext cx="36576" cy="590931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75908" y="4789170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/>
              <a:t>{{ws_7_name}}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75908" y="5008626"/>
            <a:ext cx="73152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385636" y="4990339"/>
            <a:ext cx="1371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{{ws_7_count}}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66180" y="5325238"/>
            <a:ext cx="36576" cy="590931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275908" y="5380101"/>
            <a:ext cx="182880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900" b="1" i="0">
                <a:solidFill>
                  <a:srgbClr val="0F172A"/>
                </a:solidFill>
                <a:latin typeface="Arial"/>
              </a:defRPr>
            </a:pPr>
            <a:r>
              <a:rPr sz="900"/>
              <a:t>{{ws_8_name}}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75908" y="5599557"/>
            <a:ext cx="73152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385636" y="5581270"/>
            <a:ext cx="1371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rPr sz="700"/>
              <a:t>{{ws_8_count}}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269300" y="5911596"/>
            <a:ext cx="9756648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275908" y="5971032"/>
            <a:ext cx="1828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KEY MILESTONES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588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1588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330772" y="6629401"/>
            <a:ext cx="64008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/>
              <a:t>{{footer_refs}}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688388" y="6629401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sz="700"/>
              <a:t>{{confidence}}% Confidence · medaccur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Microsoft Office PowerPoint</Application>
  <PresentationFormat>Widescreen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Bertan Bopp</dc:creator>
  <cp:lastModifiedBy>Bertan Bopp</cp:lastModifiedBy>
  <cp:revision>2</cp:revision>
  <dcterms:created xsi:type="dcterms:W3CDTF">2026-04-01T22:16:42Z</dcterms:created>
  <dcterms:modified xsi:type="dcterms:W3CDTF">2026-04-01T23:28:41Z</dcterms:modified>
</cp:coreProperties>
</file>