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26E-DE3F-8083-296D-8BFBD4DDB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1A16A-F2C6-C256-A1E6-3858D2BC7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140D-C386-9871-25D5-F9E31252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D20F2-AB69-95EC-5AD3-C80463D8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AFDFB-39B2-5A32-9F8E-9D7B0520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56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B61E-3976-41A2-1C0B-2598DCDD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A416-527A-3076-4E10-2538907B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2A2E2-6903-2085-4BC8-33647D6F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0209B-D559-93AB-896D-93B79B5A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233C4-C3BE-8A56-9FDB-B0D1D6E4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10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2BB1-690C-D776-5E89-51162BAB5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701F9-F75E-DEEE-C6B4-15231704F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A9165-F5EC-8064-301A-96BBC8EA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3C379-72E5-8E08-ED81-1CF669AB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0C83D-32D6-9714-25FE-B0266047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639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5487-B9C7-F56F-6AF6-C2709DC48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83A6-4F35-412C-2E36-AAC85E413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495BE-8ADF-43AE-31F0-0753BA6D2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004E5-00DA-DAD8-E20D-5BB43787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55CE4-E40B-6715-1858-B177660B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5C9D3-3CC7-F3ED-13CD-AD3D61D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636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B2C1-4E1E-8FA7-006F-5471773C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0801A-7995-5962-94B8-4B2AC4524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5E48E-490F-6AD2-42F5-82F7F0FDF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E54BC-D458-B566-ABAF-7010B1601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787D7-A39A-8C53-8285-F62A3DEB0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82F07-FAF7-DCF6-BF55-AF03FB3C2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0E1E9-0337-5C50-27ED-D1FCF58D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79670-D821-1DB9-2698-B65E55D5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39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E452-50ED-7998-8745-15C21E3F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C25A2-C2CB-7150-CD8E-E6BD462D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6B442-9CFD-D596-A777-CAD0528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12691-FEF7-C07A-6670-9D280D99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40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AE3BB-6060-4B2B-3B61-617B8739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3A05B-E390-1DA1-D727-FF790D96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0BF57-74CD-A124-7510-6794E37E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69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7557-2461-9751-63BD-2E0896F5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FFEF-B875-BD43-B4C0-DD7D2001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3FA6D-A0BD-B2C6-D2F1-83E9EC03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F7103-78AF-D0D9-492E-801CADE7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332EB-9133-A349-BCC9-04956768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FBCF-6A07-ADD6-3252-4406565E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69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7A71-75D6-92B7-E56A-32D024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64CFE-A472-5D16-844E-6CB7F00D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628CE-DC81-E940-2D8C-FCC09BF28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11D7F-A897-B774-323F-109C2759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C692B-16BA-D65E-FDBF-83E1DF33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7527-03E0-D840-6788-8D057060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331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DC96-69A5-BCEC-9169-5DD648FA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874D5-4F98-139D-9102-0C74F4FA0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08ADC-DC94-E5AC-381D-53D934F7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4CE77-AA0F-FE9B-32E5-DBFBFF8D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CE6B7-73D6-67BD-8A1D-88E68C16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26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845CD-CBE6-5C9D-BAB1-DA73FD1FE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05806-BFA7-0E7C-F5E4-69E660C99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681E8-4DA8-936D-ADCB-9E260D03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4FA54-E53D-C870-646B-0D9B6488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041D-8223-77B3-6CA3-24BF705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15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DEB97-E500-64ED-EDFA-80E99509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824D-7F46-AF05-C5F5-42C5C8E2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099FA-A7EB-5FE5-63F9-D9DBD8217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52E68-89C8-4022-BAC7-97E04379037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2AF1-AEE1-A9C7-D8B9-390A52A13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21999-232F-36C7-E528-2F0DF4E48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D122E-C74B-4F18-90CB-8A7BBC43A83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88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457200"/>
            <a:ext cx="365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0" b="1" i="0">
                <a:solidFill>
                  <a:srgbClr val="2D286B"/>
                </a:solidFill>
                <a:latin typeface="Arial"/>
              </a:defRPr>
            </a:pPr>
            <a:r>
              <a:rPr sz="12000"/>
              <a:t>{{section_number}}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788" y="29260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3108" y="2926081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rPr sz="3200"/>
              <a:t>{{divider_title}}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108" y="352044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rPr sz="1600"/>
              <a:t>{{divider_subtitle}}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108" y="4023361"/>
            <a:ext cx="640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rPr sz="1100"/>
              <a:t>{{divider_description}}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5588" y="3017520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5588" y="3017520"/>
            <a:ext cx="4572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8468" y="3072384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FFFFF"/>
                </a:solidFill>
                <a:latin typeface="Arial"/>
              </a:defRPr>
            </a:pPr>
            <a:r>
              <a:rPr sz="900"/>
              <a:t>{{nav_1}}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5588" y="3419856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8468" y="3474720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{{nav_2}}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5588" y="3822191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8468" y="3877055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{{nav_3}}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5588" y="4224528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8468" y="4279392"/>
            <a:ext cx="2194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{{nav_4}}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88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/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169" y="6309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rPr sz="1200" dirty="0" err="1"/>
              <a:t>accur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1</cp:revision>
  <dcterms:created xsi:type="dcterms:W3CDTF">2026-04-01T22:25:23Z</dcterms:created>
  <dcterms:modified xsi:type="dcterms:W3CDTF">2026-04-01T22:25:38Z</dcterms:modified>
</cp:coreProperties>
</file>