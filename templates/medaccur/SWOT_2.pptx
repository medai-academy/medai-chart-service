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C3C95-3DC2-EA0D-DFFE-CF5F0187E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9D0D0-C0BD-ED2B-C93F-F89D4D2EE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65A9-E7EC-4373-27FE-1A2027D6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6C199-718E-38B9-29F2-DB968C23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85931-C1EE-4115-BFD8-8638D80A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26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F2C6-FA69-4FA5-7B03-9C24F3C4D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2574-817E-57AA-3DB6-3424ABB86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5F240-AA4C-5157-E4F9-48D27506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66FEA-5AC9-DB88-79C0-287B6DF0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17314-E18A-5945-F043-4ED6A0AE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691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FB3D-6842-A3FB-30F1-67C1562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FE412-86C7-6287-6326-CA077667A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A2D86-3AB4-D3DD-33F3-392ABA48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9CE74-F130-633A-FB7B-CE8E56897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2FFF9-EEC6-A473-4386-B2D575EE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88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CCB1-D471-6D2E-8233-D3DDEDAE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888B-D764-0A2F-364F-B0DCEC279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C0C41-DC56-F2C1-49D1-638C8444C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06BA8-3A3F-40CA-AF00-794950367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6076D-45DB-1429-1084-42382DCB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2EB53-2E20-57BE-22F3-A1322DC3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165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FC91-4903-5140-1232-DFDF709F4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75979-C9FA-20CC-0448-DCDD15C04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EDCA5-7A5B-7E02-E4C7-96375E93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87CA5-91E5-3D2E-337B-C6CF4DC15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E4450-3720-660B-9438-08C1E8E2D8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9D350F-227A-D365-A54E-C6E52E6ED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0211B-7E17-5842-850C-1E34EAFD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7AAD9F-9109-41CF-7CAA-49514CB6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219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46F3-800C-D6B3-5D1A-44B52C5C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690D9-D611-50F6-AB79-901B598E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80C66-2787-FF5C-B362-C03F4D9CB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759B6-737C-4D4A-37E9-075C4E76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66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187C08-45B8-DFC4-C1A1-7EC0DE81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68ACF-86DB-1B4E-49DC-6D576D581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377B9-C201-8614-F2F4-79185A3A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50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639D-25D6-7C86-B37A-DBC817EB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ADBDA-105E-5011-F442-20FB3E907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2EEAA-74AE-D2D4-5902-61032761A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287C6-930F-2011-6492-98D383A7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F16DC-E951-8C52-CAB4-96FF375F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4C0EF-27B9-02A8-450B-E619052B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18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52B7-4C39-1FA5-C326-69E4B580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47E35-FC5F-DDCC-9DD4-FC78A9ACF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78143-C5FB-F320-DADB-790926983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1F41A-3EE8-F70E-9290-D17D10C3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45397-17E1-475C-9D45-F42F8044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31F2-693F-5F70-BCD0-FBCE6C89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000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485-4775-F01D-6CD5-0111CA5C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49DEF-65F1-18FE-693A-DE6C7BB29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EC992-CF66-855D-DDFB-D7FA4721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10F24-0601-0AD8-76B3-267F967D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3634C-F6F2-2E3D-E946-1A3802C27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077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CA5D34-4166-4FF9-F4B0-D4269AAC9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F470D-6627-0946-F167-5D500E828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702E6-127E-5E7C-A42B-A053FD75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8B1FA-34C2-9952-05C0-260582EE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E57D7-1433-19FC-EB28-013B53A7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64107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635824-2DF1-905C-A18F-E89FFE080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7926D-1E94-56FF-F71D-FC05D9935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5938-6AD0-F715-30A9-B732D97D6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13937-CB41-464F-9563-576640645310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66927-0B47-E947-0B97-B4579BB69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341FD-4DE7-E3B4-90F3-D2FFB8BE6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5BDCC-8497-4502-BB00-3885B3CB06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35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/>
              <a:t>SWOT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8388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8388" y="128016"/>
            <a:ext cx="1097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rPr sz="800"/>
              <a:t>{{phase_badge}}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7108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7108" y="128016"/>
            <a:ext cx="1188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rPr sz="800"/>
              <a:t>{{scope_badge}}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180" y="658368"/>
            <a:ext cx="5865876" cy="28392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180" y="658368"/>
            <a:ext cx="5865876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4196" y="731519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4196" y="721688"/>
            <a:ext cx="219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rPr sz="1200" dirty="0"/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804" y="731519"/>
            <a:ext cx="53172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rPr sz="1100"/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772" y="1133856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076" y="1133857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{{strength_1}}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772" y="1444752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076" y="1444753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{{strength_2}}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772" y="175564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076" y="1755649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{{strength_3}}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772" y="2066544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076" y="2066545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{{strength_4}}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772" y="2377440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076" y="2377441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 dirty="0"/>
              <a:t>{{strength_5}}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0071" y="658368"/>
            <a:ext cx="5865876" cy="283921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60071" y="658368"/>
            <a:ext cx="5865876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288087" y="731519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88087" y="721688"/>
            <a:ext cx="219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EF4444"/>
                </a:solidFill>
                <a:latin typeface="Arial"/>
              </a:defRPr>
            </a:pPr>
            <a:r>
              <a:rPr sz="1200" dirty="0"/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0695" y="731519"/>
            <a:ext cx="53172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rPr sz="1100"/>
              <a:t>WEAKNESSES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663" y="1133856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0967" y="1133857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{{weakness_1}}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4663" y="1444752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0967" y="1444753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{{weakness_2}}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4663" y="175564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0967" y="1755649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{{weakness_3}}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4663" y="2066544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0967" y="2066545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{{weakness_4}}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4663" y="2377440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0967" y="2377441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{{weakness_5}}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6180" y="3625596"/>
            <a:ext cx="5865876" cy="28392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66180" y="3625596"/>
            <a:ext cx="5865876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94196" y="369874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94196" y="3688917"/>
            <a:ext cx="219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rPr sz="1200" dirty="0"/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6804" y="3698748"/>
            <a:ext cx="53172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rPr sz="1100"/>
              <a:t>OPPORTUNITIES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0772" y="4101084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7076" y="4101085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{{opportunity_1}}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0772" y="4411980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076" y="4411981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{{opportunity_2}}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0772" y="4722876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7076" y="4722877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{{opportunity_3}}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0772" y="5033772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7076" y="5033773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{{opportunity_4}}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0772" y="534466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7076" y="5344669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{{opportunity_5}}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60071" y="3625596"/>
            <a:ext cx="5865876" cy="283921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60071" y="3625596"/>
            <a:ext cx="5865876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288087" y="369874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78255" y="3688917"/>
            <a:ext cx="219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0695" y="3698748"/>
            <a:ext cx="53172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rPr sz="1100"/>
              <a:t>THREATS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4663" y="4101084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0967" y="4101085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{{threat_1}}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4663" y="4411980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0967" y="4411981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{{threat_2}}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4663" y="4722876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0967" y="4722877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{{threat_3}}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24663" y="5033772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0967" y="5033773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{{threat_4}}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24663" y="534466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/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0967" y="5344669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{{threat_5}}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1</cp:revision>
  <dcterms:created xsi:type="dcterms:W3CDTF">2026-04-01T22:27:14Z</dcterms:created>
  <dcterms:modified xsi:type="dcterms:W3CDTF">2026-04-01T22:27:32Z</dcterms:modified>
</cp:coreProperties>
</file>