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260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{{guidelines_title}}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{{guidelines_subtitle}}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2618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26187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261872"/>
            <a:ext cx="2898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16276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{{guideline_1}}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{{line_1}}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16276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6276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{{source_1}}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21305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{{status_2}}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21305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{{recommendation_2}}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1305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{{source_2}}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26334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{{guideline_3}}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{{line_3}}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{{status_3}}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26334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{{recommendation_3}}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26334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{{source_3}}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313639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{{guideline_4}}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35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{{line_4}}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{{status_4}}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313639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{{recommendation_4}}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152" y="313639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{{source_4}}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363931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{{guideline_5}}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{{line_5}}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51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{{status_5}}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363931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{{recommendation_5}}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152" y="363931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{{source_5}}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41422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{{guideline_6}}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{{line_6}}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51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{{status_6}}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6752" y="41422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{{recommendation_6}}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41422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{{source_6}}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" y="46451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{{guideline_7}}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35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{{line_7}}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{{status_7}}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6752" y="46451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{{recommendation_7}}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46451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{{source_7}}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0352" y="51480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{{guideline_8}}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35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{{line_8}}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51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{{status_8}}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6752" y="51480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{{recommendation_8}}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51480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{{source_8}}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{{key_message}}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07A790-E8DB-8DE2-CC84-E17C82F33DDB}"/>
              </a:ext>
            </a:extLst>
          </p:cNvPr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E664EF-E057-D77F-52FD-B1CC08FD3521}"/>
              </a:ext>
            </a:extLst>
          </p:cNvPr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CA55561-2692-3BF3-FC4B-FDAC52AD7FD4}"/>
              </a:ext>
            </a:extLst>
          </p:cNvPr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2026-04-02T09:21:24Z</dcterms:modified>
  <cp:category/>
</cp:coreProperties>
</file>