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260" y="2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554480" y="109728"/>
            <a:ext cx="1828800" cy="347472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00200" y="1371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PREVALENCE &amp; EPIDEMIOLOGY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097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t>{{drug_label}}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37160"/>
            <a:ext cx="1280160" cy="292608"/>
          </a:xfrm>
          <a:prstGeom prst="roundRect">
            <a:avLst/>
          </a:prstGeom>
          <a:solidFill>
            <a:srgbClr val="25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89720" y="1554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CBD5E1"/>
                </a:solidFill>
                <a:latin typeface="Calibri"/>
              </a:defRPr>
            </a:pPr>
            <a:r>
              <a:t>{{phase_badge}}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61320" y="137160"/>
            <a:ext cx="1280160" cy="292608"/>
          </a:xfrm>
          <a:prstGeom prst="roundRect">
            <a:avLst/>
          </a:prstGeom>
          <a:solidFill>
            <a:srgbClr val="25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0" y="1554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CD34D"/>
                </a:solidFill>
                <a:latin typeface="Calibri"/>
              </a:defRPr>
            </a:pPr>
            <a:r>
              <a:t>{{scope_badge}}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66928"/>
            <a:ext cx="12188952" cy="502920"/>
          </a:xfrm>
          <a:prstGeom prst="rect">
            <a:avLst/>
          </a:prstGeom>
          <a:solidFill>
            <a:srgbClr val="F5F3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{{prevalence_title}}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766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{{prevalence_subtitle}}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AFB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65653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{{footer_refs}}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5653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8B5CF6"/>
                </a:solidFill>
                <a:latin typeface="Calibri"/>
              </a:defRPr>
            </a:pPr>
            <a:r>
              <a:t>{{confidence}}% Confidence · medaccur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234440"/>
            <a:ext cx="2715768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1234440"/>
            <a:ext cx="2715768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1417320"/>
            <a:ext cx="2441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{{kpi_1_label}}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1645920"/>
            <a:ext cx="24414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{{kpi_1_value}}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2286000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{{kpi_1_source}}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10128" y="1234440"/>
            <a:ext cx="2715768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10128" y="1234440"/>
            <a:ext cx="2715768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47288" y="1417320"/>
            <a:ext cx="2441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{{kpi_2_label}}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47288" y="1645920"/>
            <a:ext cx="24414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{{kpi_2_value}}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7288" y="2286000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{{kpi_2_source}}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3056" y="1234440"/>
            <a:ext cx="2715768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63056" y="1234440"/>
            <a:ext cx="2715768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0216" y="1417320"/>
            <a:ext cx="2441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{{kpi_3_label}}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216" y="1645920"/>
            <a:ext cx="24414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{{kpi_3_value}}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0216" y="2286000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{{kpi_3_source}}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15984" y="1234440"/>
            <a:ext cx="2715768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015984" y="1234440"/>
            <a:ext cx="2715768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53144" y="1417320"/>
            <a:ext cx="2441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{{kpi_4_label}}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3144" y="1645920"/>
            <a:ext cx="24414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{{kpi_4_value}}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53144" y="2286000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{{kpi_4_source}}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2880360"/>
            <a:ext cx="11274552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299008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8B5CF6"/>
                </a:solidFill>
                <a:latin typeface="Calibri"/>
              </a:defRPr>
            </a:pPr>
            <a:r>
              <a:t>EPIDEMIOLOGY 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3337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{{ctx_metric_1}}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{{ctx_value_1}}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3337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{{ctx_source_1}}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{{ctx_metric_2}}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37490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{{ctx_value_2}}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{{ctx_source_2}}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160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{{ctx_metric_3}}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4160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{{ctx_value_3}}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4160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{{ctx_source_3}}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{{ctx_metric_4}}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{{ctx_value_4}}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{{ctx_source_4}}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4983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{{ctx_metric_5}}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0" y="4983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{{ctx_value_5}}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79" y="4983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{{ctx_source_5}}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{{ctx_metric_6}}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0" y="5394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{{ctx_value_6}}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79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{{ctx_source_6}}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EF8B6AB-E5CB-26E4-6F74-E26ABEDEBAA7}"/>
              </a:ext>
            </a:extLst>
          </p:cNvPr>
          <p:cNvSpPr txBox="1"/>
          <p:nvPr/>
        </p:nvSpPr>
        <p:spPr>
          <a:xfrm>
            <a:off x="164592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med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E58FE98-629E-2154-EFAD-30895CB6927C}"/>
              </a:ext>
            </a:extLst>
          </p:cNvPr>
          <p:cNvSpPr txBox="1"/>
          <p:nvPr/>
        </p:nvSpPr>
        <p:spPr>
          <a:xfrm>
            <a:off x="530352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t>accur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F1E415B-9F6D-FEF5-5035-674E345F4525}"/>
              </a:ext>
            </a:extLst>
          </p:cNvPr>
          <p:cNvSpPr/>
          <p:nvPr/>
        </p:nvSpPr>
        <p:spPr>
          <a:xfrm>
            <a:off x="1280160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</Words>
  <Application>Microsoft Office PowerPoint</Application>
  <PresentationFormat>Custom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Bertan Bopp</cp:lastModifiedBy>
  <cp:revision>2</cp:revision>
  <dcterms:created xsi:type="dcterms:W3CDTF">2013-01-27T09:14:16Z</dcterms:created>
  <dcterms:modified xsi:type="dcterms:W3CDTF">2026-04-02T09:20:37Z</dcterms:modified>
  <cp:category/>
</cp:coreProperties>
</file>