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38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2024" y="109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Calibri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MARKET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{{phase_badge}}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{{scope_badge}}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{{market_access_title}}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{{market_access_subtitle}}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{{footer_refs}}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{{confidence}}% Confidence · medaccur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188720"/>
            <a:ext cx="3666744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t>EMA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{{approval_1_detail}}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61104" y="1188720"/>
            <a:ext cx="3666744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98264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Calibri"/>
              </a:defRPr>
            </a:pPr>
            <a:r>
              <a:t>FDA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{{approval_2_detail}}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1188720"/>
            <a:ext cx="3666744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65008" y="1188720"/>
            <a:ext cx="3666744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02168" y="1325880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Calibri"/>
              </a:defRPr>
            </a:pPr>
            <a:r>
              <a:t>{{country}}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1600200"/>
            <a:ext cx="33924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{{approval_3_detail}}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017520"/>
            <a:ext cx="11274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1272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t>REIMBURSEMENT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Combination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HTA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429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Calibri"/>
              </a:defRPr>
            </a:pPr>
            <a:r>
              <a:t>Conditions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{{reimb_1_combo}}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{{reimb_1_status}}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{{reimb_1_hta}}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{{reimb_1_conditions}}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{{reimb_2_combo}}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{{reimb_2_status}}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{{reimb_2_hta}}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{{reimb_2_conditions}}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{{reimb_3_combo}}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{{reimb_3_status}}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{{reimb_3_hta}}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{{reimb_3_conditions}}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{{access_barriers}}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0B981"/>
                </a:solidFill>
                <a:latin typeface="Calibri"/>
              </a:defRPr>
            </a:pPr>
            <a:r>
              <a:t>{{upcoming_changes}}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2026-04-02T21:08:48Z</dcterms:modified>
  <cp:category/>
</cp:coreProperties>
</file>