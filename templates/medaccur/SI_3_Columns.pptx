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B48C-F7D0-41EE-920D-BC3DBFDD3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DB5C7-9295-C53F-9F0E-BAA7877C5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BF1F-218B-3E4B-EDD0-A5504279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4C61-9519-987D-EDA4-A86FABFC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BEB43-C02F-F277-DE60-823E5757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936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919C-7E31-D1E4-B040-1BEF5B6E4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D86F-2D4C-9E94-EC70-5B4A05AE3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03D7-BF48-7E6B-4DB3-267C6CCF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F721C-E999-01A9-CF8E-A98D0A5C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0465F-350F-8FCF-F916-A0450329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772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6829-2271-93BC-C4A6-7680CAE7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766D-B89C-E063-F5FC-F462A7DA2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4A9FA-361A-204F-CF49-B6CCA565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EC7C4-8C1D-612A-471C-C270BC90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BF28B-77F0-6203-3E5F-AB9730DF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405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3CF8-3CC3-E881-03A3-403BB26E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F5F47-416F-E9DD-B8AB-69E540F2D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130C6-E691-8EDE-BE66-26EDC8F80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EBB11-3F9B-C0AF-DF66-66729401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55AE8-C455-F7E4-F2B5-B5A936D4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FFD26-8699-9D10-0493-9F9ABB70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61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E4EC-9C31-5647-3464-4158AD45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4D0AD-8CAF-6E70-FD6D-287278D83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BC7A4-AD12-7733-7B5C-727F5BFFE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91B16-EA9E-EE6D-51F8-8A191DDBD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61C1A-AFF6-C460-677B-8BCDB9898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A3F32-55B9-F046-6B2E-EDF280DC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6A20E-9096-F6B4-DC3C-999F1331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3EFA5-8194-970E-8262-D500984E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20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FF54-1F06-20F1-3301-BC36F095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5DB60-1D2A-939F-A2B4-D7B3034F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B6B62-168B-3009-0657-A71AADD0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A48C5-8C96-A0E8-8ACC-1C492516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6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6EEC6-936B-0D43-ECD3-F9FBC341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464C3-FA81-BAC5-4768-18F16774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74857-443F-BBF8-BDE8-5D016506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586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96FC-96E9-57C0-323C-2DBDCB4A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C4F36-57C4-4D39-E7B7-93FA99A57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0BB36-7C58-1037-9E64-E62A9C15F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BFE8-496A-09E0-494B-49AC4654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43B93-CA9A-6DF2-D0A1-CED96461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1CB8D-5BE3-A986-1B9C-FAD7FD07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40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FCFC-999B-259C-270D-4FCF3520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CF39F-5846-A2FD-E357-417DC462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81EB-0DFE-799C-D7C9-5CBEBB77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5BDC7-1F11-C150-6695-1CE32E33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F1FAF-EBE5-888E-5DF1-7D94BC20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867F3-C95A-E0B7-A1D6-37F93A94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91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3863-1145-D2A0-486A-3678CB0F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DC174-7CCB-6419-6286-7E2DCD676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49A04-C75D-1065-58F5-4C0DD142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7C4DC-FA11-FA7B-636F-A0C3B4BC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80B43-F396-0BEB-CFB1-5A884F2E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45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BEF2D-955C-B4F2-C3E8-C5E3A12CA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A64AF-B16C-016D-EA04-263FBACE7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6C38-4EB6-E4C6-C59A-7090B1E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FF815-3E56-4EB4-1EA1-33EB268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AEB7C-890E-2968-DD6A-000C2707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07001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A3894-4A95-946A-B5EB-331B511BB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8C9F5-68BD-341F-D1BA-E45BE16EF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06846-B571-7D39-DC48-CD112001B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A185C-8A3E-496E-ACD6-91269E121B0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536A2-2FB2-253A-A800-668272C3A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F3369-ACFF-DE7A-4327-9E830C6C1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E4593-27AE-4A96-933D-BDE56CADBE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499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78856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{{drug_label_year}}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348" y="658368"/>
            <a:ext cx="11457432" cy="64008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7348" y="1261872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228" y="731519"/>
            <a:ext cx="11091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rPr sz="900"/>
              <a:t>OVERARCHING MEDICAL AFFAIRS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228" y="914400"/>
            <a:ext cx="110916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rPr sz="1200"/>
              <a:t>{{vision_statement}}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348" y="1408176"/>
            <a:ext cx="3745992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8788" y="1536192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788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260" y="1536192"/>
            <a:ext cx="321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rPr sz="1000"/>
              <a:t>{{pillar_1_title}}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64" y="1865376"/>
            <a:ext cx="3489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{{pillar_1_subtitle}}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364" y="2340864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364" y="2395729"/>
            <a:ext cx="3489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364" y="2636224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6804" y="2560320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{{pillar_1_metric_1_label}}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534" y="2588223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sz="900" dirty="0"/>
              <a:t>{{pillar_1_metric_1_value}}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364" y="2892256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6804" y="2816352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{{pillar_1_metric_2_label}}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203" y="2829637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sz="900" dirty="0"/>
              <a:t>{{pillar_1_metric_2_value}}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364" y="3148288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6804" y="3072384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{{pillar_1_metric_3_label}}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203" y="3073538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sz="900" dirty="0"/>
              <a:t>{{pillar_1_metric_3_value}}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5364" y="3419856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3525" y="3469733"/>
            <a:ext cx="3489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64" y="3639311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668" y="3675888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{{pillar_1_action_1}}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364" y="3858768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541" y="390705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{{pillar_1_action_2}}</a:t>
            </a:r>
            <a:r>
              <a:rPr sz="800" dirty="0" err="1"/>
              <a:t/>
            </a:r>
            <a:endParaRPr sz="800" dirty="0"/>
          </a:p>
        </p:txBody>
      </p:sp>
      <p:sp>
        <p:nvSpPr>
          <p:cNvPr id="36" name="TextBox 35"/>
          <p:cNvSpPr txBox="1"/>
          <p:nvPr/>
        </p:nvSpPr>
        <p:spPr>
          <a:xfrm>
            <a:off x="495364" y="4078223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41" y="4126512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{{pillar_1_action_3}}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3068" y="1408176"/>
            <a:ext cx="3745992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14508" y="153619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14508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1980" y="1536192"/>
            <a:ext cx="321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rPr sz="1000"/>
              <a:t>{{pillar_2_title}}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1084" y="1865376"/>
            <a:ext cx="3489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{{pillar_2_subtitle}}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1084" y="2340864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51084" y="2395729"/>
            <a:ext cx="3489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51084" y="2636224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42524" y="2560320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{{pillar_2_metric_1_label}}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9118" y="2553939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sz="900"/>
              <a:t>{{pillar_2_metric_1_value}}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51084" y="2892256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42524" y="2816352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{{pillar_2_metric_2_label}}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0957" y="2834623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sz="900"/>
              <a:t>{{pillar_2_metric_2_value}}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1084" y="3148288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42524" y="3072384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{{pillar_2_metric_3_label}}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50957" y="3090655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sz="900" dirty="0"/>
              <a:t>{{pillar_2_metric_3_value}}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51084" y="3419856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69245" y="3469733"/>
            <a:ext cx="3489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51084" y="3639311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97261" y="367651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{{pillar_2_action_1}}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51084" y="3858768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7802" y="4124939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{{pillar_2_action_2}}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51084" y="4078223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97388" y="3894980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{{pillar_2_action_3}}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78788" y="1408176"/>
            <a:ext cx="3745992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170228" y="1536192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70228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17700" y="1536192"/>
            <a:ext cx="321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rPr sz="1000"/>
              <a:t>{{pillar_3_title}}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6804" y="1865376"/>
            <a:ext cx="3489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{{pillar_3_subtitle}}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6804" y="2340864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06804" y="2395729"/>
            <a:ext cx="3489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06804" y="2636224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98244" y="2560320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{{pillar_3_metric_1_label}}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06677" y="2575426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sz="900" dirty="0"/>
              <a:t>{{pillar_3_metric_1_value}}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06804" y="2892256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98244" y="2816352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{{pillar_3_metric_2_label}}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06677" y="2851122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sz="900"/>
              <a:t>{{pillar_3_metric_2_value}}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06804" y="3148288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16405" y="3067396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{{pillar_3_metric_3_label}}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06677" y="3107154"/>
            <a:ext cx="3489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sz="900" dirty="0"/>
              <a:t>{{pillar_3_metric_3_value}}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06804" y="3419856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24965" y="3469733"/>
            <a:ext cx="3489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ACTIONS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06804" y="3639311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4931" y="368918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{{pillar_3_action_1}}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06804" y="3858768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4820" y="3894582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{{pillar_3_action_2}}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06804" y="4078223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34820" y="413308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{{pillar_3_action_3}}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7348" y="5870448"/>
            <a:ext cx="11457432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7348" y="5870448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50228" y="5961888"/>
            <a:ext cx="11091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sz="900"/>
              <a:t>FOUNDATIONAL ENABLERS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0229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 dirty="0"/>
              <a:t>{{enabler_1}}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23147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{{enabler_2}}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96064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{{enabler_3}}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68983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{{enabler_4}}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1</cp:revision>
  <dcterms:created xsi:type="dcterms:W3CDTF">2026-04-01T22:18:46Z</dcterms:created>
  <dcterms:modified xsi:type="dcterms:W3CDTF">2026-04-01T22:19:05Z</dcterms:modified>
</cp:coreProperties>
</file>