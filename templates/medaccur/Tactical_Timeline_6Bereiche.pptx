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7400-DB5B-BF09-7E94-A0BD8B3DF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7060B-025A-61B4-7001-2BF145DBC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2DC8D-D982-5B28-B63B-58B31C53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306A0-F2AF-6225-5AFE-40F63E0C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0D721-AE16-CA03-7D75-15E127BB2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0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DFDE-B691-0446-C3E7-E73A2E7D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0D94-5B04-4DC9-C005-1FA97D81B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B2679-BB32-7FB5-99F5-4CC9384E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FFC76-4A9F-E4A7-9D2B-3D9E68A5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25BC6-4D83-600A-D02E-F3F532B9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12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7A-1AC3-3885-317E-6B3B87A04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B6FE8-80B0-0304-8E78-AEEC69C5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F1143-5331-6AB5-A23E-7AE88948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5CC5D-543C-AA78-5BD6-DDD4791A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E4F8-74EA-47FE-A608-2EB1735E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67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D2A2-3B72-EDBC-67D0-26C559D3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50A9-501E-CB11-7B8C-1CE6D65EC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75FA3-556C-1EEF-D8CB-2EB1F13A0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8F39D-FCF1-ACCE-00C1-AF7791C61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F1309-DD49-04C4-6769-0D4E09B25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F7A15-786E-5F0D-373E-4DD51B9E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847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0A0E-6F1D-9DCA-67B1-976C24155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1EC17-6279-4798-3309-E5F980A81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0E061-C96E-F884-0B3A-117E8909D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02672E-A222-1FEE-590E-B363E8D3B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5BF6D-73F0-2114-3CEF-54EF9E028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9B8F1-4FB2-B98B-685B-E0C06622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FA853-EB55-3C70-C70F-B0E4CFEC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E8006-A833-76D6-47AC-39F51C9F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64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EB92-7499-DC83-1CDE-2EE7CDB3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4A57E-9BE3-FC66-68A3-484BD30B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08576-A559-11E3-341F-5802827F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6AA16-406B-05A5-A7CF-D93074CD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18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E4220-20CF-D71F-E728-9071F99C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CAEBC-5EDA-F763-A676-3172E4E4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4C7A-F826-3565-E1BA-AF506A2D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68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84D1-C7AC-5CED-55BA-D9240E94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61F04-9F41-D192-611C-68CCF1254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F1175-C5B5-CB2B-C08A-2546A3DA2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D1311-BD07-4ECF-D20A-30E5B0C2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A0931-7B6C-66DA-757B-0BAA32EE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B44EF-61BE-B21D-050C-1EEB45D5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11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B97D-1490-CBEB-1D4C-593DDD1C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472DA-24B2-9FA5-5A1F-D3D7BB381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93908-F28E-F097-5AD4-4AA816F2F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FC96B-E7F3-B0ED-3DC5-7ADFB20E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D09E8-C49B-FF59-4264-AAC8056D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896E2-0583-782B-F843-C1F72CE9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66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10BC-3CEC-0C8F-2DD7-78049782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F937C-5F3E-423D-EB6A-9F11158A4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4F478-B364-1FC9-275E-F3577873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0EAA-4AA4-5BC1-2463-4C0BD1B2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5140C-8813-5F82-9CE4-B3F31ECA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2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46933-BD6F-2390-9B64-E224C3B23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8ABCA-76AC-611D-3742-74D118DB5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09F4-D709-AC3F-79E2-240C6EED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3B5AD-C109-03BF-8F6C-9C04372A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F4A6-829F-EADB-2804-FF37A540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228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D295A-739E-7180-8883-530ADB0E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5FF2C-C86B-0F39-CB35-BA154FDD9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83456-0C75-50BE-0159-583DDADEF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3CD48-2EF8-4883-A9E4-8DD4B9E3F24B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C2CA7-AE0C-059B-AF61-1FEEB2D70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E332D-204C-9770-AF37-0310E12F8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4793-F412-4891-9A7F-03B041729D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99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TACTICAL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{{drug_label_year}}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80" y="521208"/>
            <a:ext cx="11859768" cy="5879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9300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9300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Q1 · Jan–Mar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930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235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2354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9540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408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8462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8462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Q2 · Apr–Jun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846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51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1516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457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4570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47624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7624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Q3 · Jul–Sep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762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067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0678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373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3732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86786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6786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Q4 · Oct–Dec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678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984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Nov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9840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1289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2894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9300" y="1188719"/>
            <a:ext cx="9756648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891" y="845377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WORKSTREAM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180" y="1243584"/>
            <a:ext cx="11859768" cy="71323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166180" y="1243584"/>
            <a:ext cx="36576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5908" y="1316736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{{ws_1_name}}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5908" y="1554480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5636" y="153619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{{ws_1_count}}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8462" y="124358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47624" y="124358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86786" y="124358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66180" y="1956815"/>
            <a:ext cx="36576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5908" y="2029967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{{ws_2_name}}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5908" y="2267711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5636" y="2249424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{{ws_2_count}}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6180" y="2670048"/>
            <a:ext cx="11859768" cy="71323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66180" y="2670048"/>
            <a:ext cx="36576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5908" y="2743200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{{ws_3_name}}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5908" y="2980944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85636" y="2962657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{{ws_3_count}}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6180" y="3383279"/>
            <a:ext cx="36576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75908" y="3456432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{{ws_4_name}}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5908" y="3694176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5636" y="3675888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{{ws_4_count}}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6180" y="4096512"/>
            <a:ext cx="11859768" cy="71323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66180" y="4096512"/>
            <a:ext cx="36576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75908" y="4169664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{{ws_5_name}}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5908" y="44074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85636" y="4389121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{{ws_5_count}}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66180" y="4809744"/>
            <a:ext cx="36576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75908" y="4882896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{{ws_6_name}}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5908" y="512064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85636" y="5102353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{{ws_6_count}}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5908" y="5614415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KEY MILESTONES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18E8749-5B3C-4E2E-ECB9-8C4C93C20C3D}"/>
              </a:ext>
            </a:extLst>
          </p:cNvPr>
          <p:cNvSpPr txBox="1"/>
          <p:nvPr/>
        </p:nvSpPr>
        <p:spPr>
          <a:xfrm>
            <a:off x="139240" y="109729"/>
            <a:ext cx="59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 dirty="0"/>
              <a:t>med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49BB1C1-8A6F-124A-D7FD-0E1ADACBC5DD}"/>
              </a:ext>
            </a:extLst>
          </p:cNvPr>
          <p:cNvSpPr txBox="1"/>
          <p:nvPr/>
        </p:nvSpPr>
        <p:spPr>
          <a:xfrm>
            <a:off x="521420" y="99897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 dirty="0" err="1"/>
              <a:t>accur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2026-04-01T22:20:37Z</dcterms:created>
  <dcterms:modified xsi:type="dcterms:W3CDTF">2026-04-02T21:15:00Z</dcterms:modified>
</cp:coreProperties>
</file>