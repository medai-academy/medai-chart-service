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A99AE-BAF0-2F27-C77E-5C9ADF379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55950-6CFA-3299-1759-14976918C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2C1D8-4214-7EA4-8C41-227759D2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7166C-7B69-F2FC-A02A-C47399E3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8DFE9-2EB2-BE1B-5DFD-F5AF46BB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24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90BE-8D67-714D-D2FB-8AF12A0B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11CD2-0277-C6F4-97FC-EDF90529B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02F1C-4ADB-C1BC-0C1A-BF468E3F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BC34F-0B38-4C94-3094-11A43AA5D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0DCDC-80E1-2411-AFF5-F80D6DE38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395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48C1-375E-1B60-F93E-D7B44E15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9A025-1917-63E6-20DE-26F92468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A8E-84D0-0E5D-D0E6-1351B2FDF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71D5A-A250-87F2-2407-508CB834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0A00E-0441-F24C-F934-61539A89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93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B213C-FE71-C4EB-2A0E-468AB100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E943-A3D9-787F-998C-8E3C5C869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1A876-49BA-C7DD-9A98-549CC9412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E39F9-73C1-2F35-6649-E3624683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0DEBF-4E1E-3A66-9EA0-B85738A2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481AB-EB03-DD48-8B92-727F5B66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408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049D8-29C0-9FAE-73CD-7E6E7FBA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21D10-C324-80C5-1402-E60FC53DE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50221-48AB-3A51-9C3F-71C88593C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4B4FE5-D42B-8DC8-2DAA-50471FD9C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566E6-85DB-CCCF-6336-46092B7F1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FC730-C4CB-5B89-0D84-503864393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FE77DF-6913-A2AD-6C1B-3B963E75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3F523F-57B3-1B56-6878-33C1B3598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365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E460-5DCD-CA32-2F47-4005AFE55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8DCF6-6C82-131F-3089-5BCE9383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8CA77-00FB-BCC5-199C-06032378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99CBE-AFFC-CAF6-83B5-7D1FFFE5C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213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3EC620-BC19-2CDB-8BBB-BF685959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BFC2C-4FD3-0C5D-88A3-E4105504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59F4E-0724-B2F1-6248-499F32DF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187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391F6-96F2-B26D-D466-3528D0E69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06A18-FD5E-21C4-5C6E-E8D6A9F31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6605C-63F0-B284-025D-1E738DE57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2434B-C561-A8F5-0948-9BEF04E73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6E14C-59A5-73FF-9E39-8C81CEE6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2FF09-DD2D-108A-92CB-46AFE613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54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4CB5-02D3-4559-19AF-0993AF19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CC767-A574-85DB-3EC2-112249CC7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B40FA-E2E1-B2E6-0B26-26D659F44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B14A8-1A2C-61CF-4F39-0E41FBD9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4670C-1BBD-137C-55F4-BD740173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5A165-11D5-61C7-D54E-C1FF0B4A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0264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565B-CCF6-99C1-C668-3D208FC9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9FA50-9F6B-F29D-948D-22A4837F7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C95E6-C2A6-2417-DAA5-DC697D70A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880CC-F03A-650F-5F61-E22E927B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D82F-3DA7-E33D-9B60-B20DDB7C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13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1EF76-DF46-EB88-D09A-3CFF1A739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06CED-890E-AD56-D04E-E7286D93F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2E77E-72C4-BEA2-F00C-2319C3948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903CE-3478-609A-1BC4-0FBB53E5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F5788-F794-E769-636A-4C3FEFD4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41226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50F36-BD3A-A227-6F1E-47923F38E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84176-34EB-46DA-52FE-6EBC13DF8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6238D-221D-F2A9-EE83-A38057475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CD601-4F37-41DB-A358-E18684BFE62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CF4EC-F1A9-FB59-7FF2-839F5C100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155C5-5EEB-2037-8D18-8FF2D7BD5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D7224-71D4-440A-A476-7DB2AE33B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5016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/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8908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/>
              <a:t>SWOT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8388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8388" y="128016"/>
            <a:ext cx="1097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rPr sz="800"/>
              <a:t>{{phase_badge}}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7108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7108" y="128016"/>
            <a:ext cx="1188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rPr sz="800"/>
              <a:t>{{scope_badge}}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180" y="658368"/>
            <a:ext cx="11859768" cy="140589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180" y="658368"/>
            <a:ext cx="54864" cy="14058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30772" y="74980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0772" y="768096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/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108" y="76809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10B981"/>
                </a:solidFill>
                <a:latin typeface="Arial"/>
              </a:defRPr>
            </a:pPr>
            <a:r>
              <a:rPr sz="1100"/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6148" y="74980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2452" y="74980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{{strength_1}}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6148" y="98755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2452" y="98755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{{strength_2}}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6148" y="1225295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2452" y="1225296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 dirty="0"/>
              <a:t>{{strength_3}}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3908" y="74980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0212" y="74980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{{strength_4}}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3908" y="98755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10B981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0212" y="98755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{{strength_5}}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6180" y="2155698"/>
            <a:ext cx="11859768" cy="140589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6180" y="2155698"/>
            <a:ext cx="54864" cy="140589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30772" y="2247138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0772" y="2265426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/>
              <a:t>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108" y="226542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EF4444"/>
                </a:solidFill>
                <a:latin typeface="Arial"/>
              </a:defRPr>
            </a:pPr>
            <a:r>
              <a:rPr sz="1100" dirty="0"/>
              <a:t>WEAKNESSES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6148" y="224713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42452" y="224713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{{weakness_1}}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6148" y="248488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42452" y="248488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{{weakness_2}}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6148" y="272262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42452" y="272262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{{weakness_3}}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3908" y="224713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0212" y="224713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{{weakness_4}}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3908" y="248488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EF4444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80212" y="248488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{{weakness_5}}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6180" y="3653028"/>
            <a:ext cx="11859768" cy="140589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66180" y="3653028"/>
            <a:ext cx="54864" cy="1405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30772" y="374446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0772" y="3762756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/>
              <a:t>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3108" y="3762756"/>
            <a:ext cx="1572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3B82F6"/>
                </a:solidFill>
                <a:latin typeface="Arial"/>
              </a:defRPr>
            </a:pPr>
            <a:r>
              <a:rPr sz="1100" dirty="0"/>
              <a:t>OPPORTUNITIES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6148" y="374446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42452" y="374446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{{opportunity_1}}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6148" y="3982211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42452" y="398221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{{opportunity_2}}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6148" y="421995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42452" y="421995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{{opportunity_3}}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3908" y="374446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80212" y="374446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{{opportunity_4}}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3908" y="3982211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80212" y="398221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{{opportunity_5}}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6180" y="5150358"/>
            <a:ext cx="11859768" cy="140589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66180" y="5150358"/>
            <a:ext cx="54864" cy="140589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330772" y="524179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30772" y="5260086"/>
            <a:ext cx="310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rPr sz="1600"/>
              <a:t>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3108" y="5260086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rPr sz="1100"/>
              <a:t>THREATS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6148" y="524179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42452" y="524179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{{threat_1}}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6148" y="547954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42452" y="547954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{{threat_2}}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96148" y="5717286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42452" y="571728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{{threat_3}}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3908" y="5241798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80212" y="524179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{{threat_4}}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3908" y="5479542"/>
            <a:ext cx="109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80212" y="547954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0F172A"/>
                </a:solidFill>
                <a:latin typeface="Arial"/>
              </a:defRPr>
            </a:pPr>
            <a:r>
              <a:rPr sz="1000"/>
              <a:t>{{threat_5}}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1</cp:revision>
  <dcterms:created xsi:type="dcterms:W3CDTF">2026-04-01T22:26:34Z</dcterms:created>
  <dcterms:modified xsi:type="dcterms:W3CDTF">2026-04-01T22:27:02Z</dcterms:modified>
</cp:coreProperties>
</file>