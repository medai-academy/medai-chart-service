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7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B9A58C-2418-41D4-A330-1978CA34A936}" type="datetimeFigureOut">
              <a:rPr lang="de-DE" smtClean="0"/>
              <a:t>02.04.2026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F4E9A8-E6FD-4FE3-A7A0-2408624734D4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59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" y="109728"/>
            <a:ext cx="5669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9728"/>
            <a:ext cx="749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8B5CF6"/>
                </a:solidFill>
                <a:latin typeface="Arial"/>
              </a:defRPr>
            </a:pPr>
            <a:r>
              <a:t>accur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128016"/>
            <a:ext cx="9144" cy="237744"/>
          </a:xfrm>
          <a:prstGeom prst="rect">
            <a:avLst/>
          </a:prstGeom>
          <a:solidFill>
            <a:srgbClr val="4B4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17320" y="109728"/>
            <a:ext cx="1645920" cy="274320"/>
          </a:xfrm>
          <a:prstGeom prst="rect">
            <a:avLst/>
          </a:prstGeom>
          <a:solidFill>
            <a:srgbClr val="2D286B"/>
          </a:solidFill>
          <a:ln w="12700">
            <a:solidFill>
              <a:srgbClr val="4B45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69024"/>
            <a:ext cx="1554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C4B5FD"/>
                </a:solidFill>
                <a:latin typeface="Arial"/>
              </a:defRPr>
            </a:pPr>
            <a:r>
              <a:rPr dirty="0"/>
              <a:t>STRATEGIC IMPERATIVES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0972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C0C0D0"/>
                </a:solidFill>
                <a:latin typeface="Arial"/>
              </a:defRPr>
            </a:pPr>
            <a:r>
              <a:t>{{drug_label}}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" y="658368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64592" y="658368"/>
            <a:ext cx="36576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0896" y="768096"/>
            <a:ext cx="420624" cy="42062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0896" y="786384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749808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8B5CF6"/>
                </a:solidFill>
                <a:latin typeface="Arial"/>
              </a:defRPr>
            </a:pPr>
            <a:r>
              <a:t>{{pillar_1_title}}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987552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{{pillar_1_subtitle}}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0352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94959" y="786384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{{pillar_1_metric_1_label}}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5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{{pillar_1_metric_1_value}}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4959" y="1545336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94959" y="1545336"/>
            <a:ext cx="152933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54380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54380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35240" y="786384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{{pillar_1_metric_2_label}}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{{pillar_1_metric_2_value}}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1545336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635240" y="1545336"/>
            <a:ext cx="1223467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84080" y="731519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784080" y="731519"/>
            <a:ext cx="27432" cy="905255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19" y="786384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{{pillar_1_metric_3_label}}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950976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8B5CF6"/>
                </a:solidFill>
                <a:latin typeface="Arial"/>
              </a:defRPr>
            </a:pPr>
            <a:r>
              <a:t>{{pillar_1_metric_3_value}}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19" y="1545336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875519" y="1545336"/>
            <a:ext cx="815644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64592" y="1783080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64592" y="1783080"/>
            <a:ext cx="36576" cy="10515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0896" y="1892807"/>
            <a:ext cx="420624" cy="42062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" y="1911095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1874519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6366F1"/>
                </a:solidFill>
                <a:latin typeface="Arial"/>
              </a:defRPr>
            </a:pPr>
            <a:r>
              <a:t>{{pillar_2_title}}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112264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{{pillar_2_subtitle}}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30352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94959" y="1911095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{{pillar_2_metric_1_label}}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9495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{{pillar_2_metric_1_value}}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94959" y="2670047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394959" y="2670047"/>
            <a:ext cx="1529334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754380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754380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35240" y="1911095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{{pillar_2_metric_2_label}}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{{pillar_2_metric_2_value}}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35240" y="2670047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635240" y="2670047"/>
            <a:ext cx="1019556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9784080" y="1856231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784080" y="1856231"/>
            <a:ext cx="27432" cy="90525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875519" y="1911095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{{pillar_2_metric_3_label}}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5519" y="2075688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6366F1"/>
                </a:solidFill>
                <a:latin typeface="Arial"/>
              </a:defRPr>
            </a:pPr>
            <a:r>
              <a:t>{{pillar_2_metric_3_value}}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75519" y="2670047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875519" y="2670047"/>
            <a:ext cx="672906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64592" y="2907791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64592" y="2907791"/>
            <a:ext cx="36576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10896" y="3017520"/>
            <a:ext cx="420624" cy="4206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10896" y="3035808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" y="2999232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3B82F6"/>
                </a:solidFill>
                <a:latin typeface="Arial"/>
              </a:defRPr>
            </a:pPr>
            <a:r>
              <a:t>{{pillar_3_title}}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3236975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{{pillar_3_subtitle}}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352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30352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394959" y="3035808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{{pillar_3_metric_1_label}}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39495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{{pillar_3_metric_1_value}}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394959" y="3794760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394959" y="3794760"/>
            <a:ext cx="1366205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754380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754380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635240" y="3035808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{{pillar_3_metric_2_label}}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635240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{{pillar_3_metric_2_value}}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635240" y="3794760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7635240" y="3794760"/>
            <a:ext cx="815644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ounded Rectangle 75"/>
          <p:cNvSpPr/>
          <p:nvPr/>
        </p:nvSpPr>
        <p:spPr>
          <a:xfrm>
            <a:off x="9784080" y="2980944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9784080" y="2980944"/>
            <a:ext cx="27432" cy="90525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875519" y="3035808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{{pillar_3_metric_3_label}}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875519" y="3200399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3B82F6"/>
                </a:solidFill>
                <a:latin typeface="Arial"/>
              </a:defRPr>
            </a:pPr>
            <a:r>
              <a:t>{{pillar_3_metric_3_value}}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875519" y="3794760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9875519" y="3794760"/>
            <a:ext cx="1019556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164592" y="4032504"/>
            <a:ext cx="11859768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64592" y="4032504"/>
            <a:ext cx="36576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310896" y="4142232"/>
            <a:ext cx="420624" cy="42062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0896" y="4160520"/>
            <a:ext cx="4206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rPr dirty="0"/>
              <a:t>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14400" y="4123944"/>
            <a:ext cx="4114800" cy="219456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200" b="1" i="0">
                <a:solidFill>
                  <a:srgbClr val="06B6D4"/>
                </a:solidFill>
                <a:latin typeface="Arial"/>
              </a:defRPr>
            </a:pPr>
            <a:r>
              <a:t>{{pillar_4_title}}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14400" y="4361688"/>
            <a:ext cx="4114800" cy="6309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0" i="0">
                <a:solidFill>
                  <a:srgbClr val="475569"/>
                </a:solidFill>
                <a:latin typeface="Arial"/>
              </a:defRPr>
            </a:pPr>
            <a:r>
              <a:t>{{pillar_4_subtitle}}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30352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30352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394959" y="4160520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{{pillar_4_metric_1_label}}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39495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{{pillar_4_metric_1_value}}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394959" y="4919472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5394959" y="4919472"/>
            <a:ext cx="67290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ounded Rectangle 93"/>
          <p:cNvSpPr/>
          <p:nvPr/>
        </p:nvSpPr>
        <p:spPr>
          <a:xfrm>
            <a:off x="754380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754380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635240" y="4160520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{{pillar_4_metric_2_label}}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635240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{{pillar_4_metric_2_value}}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635240" y="4919472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635240" y="4919472"/>
            <a:ext cx="1019556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ounded Rectangle 99"/>
          <p:cNvSpPr/>
          <p:nvPr/>
        </p:nvSpPr>
        <p:spPr>
          <a:xfrm>
            <a:off x="9784080" y="4105656"/>
            <a:ext cx="2167128" cy="905255"/>
          </a:xfrm>
          <a:prstGeom prst="roundRect">
            <a:avLst/>
          </a:prstGeom>
          <a:solidFill>
            <a:srgbClr val="FAFBFF"/>
          </a:solidFill>
          <a:ln w="12700"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9784080" y="4105656"/>
            <a:ext cx="27432" cy="90525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9875519" y="4160520"/>
            <a:ext cx="2039112" cy="128016"/>
          </a:xfrm>
          <a:prstGeom prst="rect">
            <a:avLst/>
          </a:prstGeom>
          <a:noFill/>
        </p:spPr>
        <p:txBody>
          <a:bodyPr wrap="square">
            <a:normAutofit fontScale="47500" lnSpcReduction="20000"/>
          </a:bodyPr>
          <a:lstStyle/>
          <a:p>
            <a:pPr>
              <a:defRPr sz="700" b="0" i="0">
                <a:solidFill>
                  <a:srgbClr val="94A3B8"/>
                </a:solidFill>
                <a:latin typeface="Arial"/>
              </a:defRPr>
            </a:pPr>
            <a:r>
              <a:t>{{pillar_4_metric_3_label}}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875519" y="4325112"/>
            <a:ext cx="2039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06B6D4"/>
                </a:solidFill>
                <a:latin typeface="Arial"/>
              </a:defRPr>
            </a:pPr>
            <a:r>
              <a:t>{{pillar_4_metric_3_value}}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875519" y="4919472"/>
            <a:ext cx="2039112" cy="5486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9875519" y="4919472"/>
            <a:ext cx="136620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0" y="6556248"/>
            <a:ext cx="12188952" cy="301752"/>
          </a:xfrm>
          <a:prstGeom prst="rect">
            <a:avLst/>
          </a:prstGeom>
          <a:solidFill>
            <a:srgbClr val="FA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0" y="6556248"/>
            <a:ext cx="12188952" cy="9144"/>
          </a:xfrm>
          <a:prstGeom prst="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329184" y="6629400"/>
            <a:ext cx="6400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 i="1">
                <a:solidFill>
                  <a:srgbClr val="94A3B8"/>
                </a:solidFill>
                <a:latin typeface="Arial"/>
              </a:defRPr>
            </a:pPr>
            <a:r>
              <a:t>{{footer_refs}}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86800" y="6629400"/>
            <a:ext cx="3200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1" i="0">
                <a:solidFill>
                  <a:srgbClr val="8B5CF6"/>
                </a:solidFill>
                <a:latin typeface="Arial"/>
              </a:defRPr>
            </a:pPr>
            <a:r>
              <a:t>{{confidence}}% Confidence · medaccur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Bertan</dc:creator>
  <cp:keywords/>
  <dc:description>generated using python-pptx</dc:description>
  <cp:lastModifiedBy>Bertan Bopp</cp:lastModifiedBy>
  <cp:revision>6</cp:revision>
  <dcterms:created xsi:type="dcterms:W3CDTF">2013-01-27T09:14:16Z</dcterms:created>
  <dcterms:modified xsi:type="dcterms:W3CDTF">2026-04-01T22:20:15Z</dcterms:modified>
  <cp:category/>
</cp:coreProperties>
</file>