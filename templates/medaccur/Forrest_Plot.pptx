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1EB8-E7B7-4A8D-3C83-6881B3093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6C9B5-52E3-DF38-0CA2-5C8EA95DC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AB3F0-E945-5CB4-5B4B-99B2AE25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76E70-59DE-BF7F-B7D4-843001C5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CA49-5ECA-92AC-0BCC-D824C490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61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7A96-4B33-BAD1-FD93-8C49A112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825C-2C2E-8729-C5BD-991D1CFF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F5E5E-C9D6-29E3-46D1-AF32FBCD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CCE5F-576C-C2C0-AA17-FD0C0521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B7A30-74B9-9355-64C9-9D93D171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71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46D8-107C-2343-E961-345B98BC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E5264-D478-B009-28BB-039909B1C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8181B-8127-2239-FDD1-8E35A5FB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7301-9461-9025-F876-25DBA72B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B2ADE-87DE-CA9F-2AEF-9EB84C2B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62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AE1D-64F2-460F-177A-C8E9550B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EAC9D-C64A-1B57-6F35-5F0E655A2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98049-EB05-D942-80BE-A44A9CEBD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882F7-1E14-3DD7-1FFC-0C559497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86EF8-92EB-ED74-2A7D-D4932FB7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D2CC-5A90-F328-BDA5-5785EDA3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94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DF62-C5C8-CC85-CA76-E18C29E3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655B3-C475-010B-D997-E8F8020F6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5B875-5C48-33F1-DC54-719255A06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BEBC7-9317-4C3C-A387-60ED33C9F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EB0DA-CC25-8EA9-3DF3-1C52CA971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266FF-ADA5-1BE0-95EA-AC6EC921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0F948-BCE4-7B64-4D29-C5202851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61D88-A117-6E11-1390-A1B2F82D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00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DD4A-BE3B-EF41-EACA-0FC1B9D6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1BFF8-4B4F-E530-7C8B-D8304C17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8EBF0-EB43-6BA7-4A25-B4BD4157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B08DC-9467-72CE-31DD-A03E2F73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783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A59CC-1587-FBBF-8508-D1C3951C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6A8B5-5C91-E8C5-E240-773E86A4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D5B83-14EC-D75C-D68E-22CBF584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08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2296-BC01-FBD3-E4D4-33080BC5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D5B5-8419-1EF4-91D4-A6593279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4C2C6-4488-6A2A-4133-6179638FC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3B5B9-B4F9-194E-B716-BAC6B1AF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316E-AE80-EBE2-0C60-A6DF3341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12950-018F-C327-A92E-DD14C5B6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70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0E83-F537-F16D-1B76-A9FA70F9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32C23-563C-9A36-3F86-AAF4ADC80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920BE-18AA-DEF7-84F4-68B2EC27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5B967-C31A-5198-E9FB-979632FD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2FFE5-A7C8-496B-26B3-266779FA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C0B57-AFF4-400F-93A3-49419F91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2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4FDE-74F9-F820-B2FE-2FD3A12B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5040D-1944-D6A3-7D50-E0B805F94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5A7FD-7563-5317-0986-B9C02E57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C2FC9-520D-4782-DB8C-77244172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98F0-7500-119F-2517-81F8EF0A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87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58924-E287-4237-C892-244252872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F328F-6BA4-F361-FB72-5C77B9594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6F279-AE8B-F21A-BD2D-D55BB5FC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0DBE-9E28-5BE6-9F80-BF37D220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D487-1216-A763-D992-745F1D6E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9214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904C1-ED2A-EF51-6764-D9D72471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BE1F8-440E-D193-3B7D-280C3CB72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A422-C2D7-4860-2F66-1DF01CB3B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41C6B-69B9-466A-87C4-53C748D6185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065BB-F208-9723-CCB2-DA1E51E86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70564-1407-EEDB-0048-F9F0EC0EA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04AA9-7468-4768-B540-3CB76EB4B3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8908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FOREST 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{{forest_drug_label}}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80" y="785584"/>
            <a:ext cx="11859768" cy="561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6180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6180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4196" y="749808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3924" y="731519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/>
              <a:t>{{forest_title}}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772" y="106070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Subgroup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868" y="106070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4948" y="1060704"/>
            <a:ext cx="842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HR (95% 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34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{{forest_favours_left}}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8308" y="1060705"/>
            <a:ext cx="31089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{{forest_favours_right}}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772" y="1238019"/>
            <a:ext cx="108264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2274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5154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9293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2173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81218" y="5779008"/>
            <a:ext cx="3657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64098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0772" y="1298448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0772" y="13167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{{sg_overall_name}}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4868" y="1316736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{{sg_overall_n}}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4948" y="1316736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{{sg_overall_hr}}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772" y="170078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{{sg_age_header_name}}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772" y="1920240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{{sg_age_lt65_name}}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4868" y="1920240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{{sg_age_lt65_n}}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4948" y="192024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{{sg_age_lt65_hr}}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772" y="210312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0772" y="21214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{{sg_age_gte65_name}}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4868" y="212140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{{sg_age_gte65_n}}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4948" y="212140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{{sg_age_gte65_hr}}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772" y="250545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{{sg_prior_header_name}}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772" y="272491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{{sg_prior_1_name}}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4868" y="272491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{{sg_prior_1_n}}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4948" y="272491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{{sg_prior_1_hr}}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0772" y="2907791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0772" y="292607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{{sg_prior_2_3_name}}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4868" y="292607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{{sg_prior_2_3_n}}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4948" y="292607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{{sg_prior_2_3_hr}}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0772" y="312724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{{sg_prior_gte4_name}}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4868" y="3127248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{{sg_prior_gte4_n}}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4948" y="312724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{{sg_prior_gte4_hr}}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0772" y="351129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{{sg_refract_header_name}}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0772" y="371246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0772" y="373075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{{sg_pi_refract_name}}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4868" y="373075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{{sg_pi_refract_n}}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4948" y="373075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{{sg_pi_refract_hr}}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0772" y="393191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{{sg_imid_refract_name}}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4868" y="393191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{{sg_imid_refract_n}}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4948" y="393191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{{sg_imid_refract_hr}}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0772" y="411480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30772" y="4133087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{{sg_double_refract_name}}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4868" y="4133087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{{sg_double_refract_n}}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24948" y="4133087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{{sg_double_refract_hr}}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0772" y="4517136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{{sg_ecog_header_name}}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0772" y="4736592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{{sg_ecog_0_name}}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4868" y="4736592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{{sg_ecog_0_n}}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4948" y="4736592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{{sg_ecog_0_hr}}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0772" y="4919472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30772" y="493775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{{sg_ecog_1_name}}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4868" y="493775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{{sg_ecog_1_n}}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4948" y="493775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{{sg_ecog_1_hr}}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0772" y="5321808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{{sg_iss_header_name}}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772" y="5541264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{{sg_iss_1_name}}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4868" y="5541264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{{sg_iss_1_n}}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4948" y="5541264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{{sg_iss_1_hr}}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0772" y="572414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30772" y="5742431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{{sg_iss_2_name}}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84868" y="5742431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{{sg_iss_2_n}}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24948" y="5742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{{sg_iss_2_hr}}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0772" y="5943599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{{sg_iss_3_name}}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4868" y="5943599"/>
            <a:ext cx="548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{{sg_iss_3_n}}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24948" y="594359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/>
              <a:t>{{sg_iss_3_hr}}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4776" y="6131052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dirty="0"/>
              <a:t>{{forest_conclusion}}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02188" y="1316736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{{sg_overall_ci}}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02188" y="1920240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{{sg_age_lt65_ci}}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02188" y="2121408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{{sg_age_gte65_ci}}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02188" y="2724912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{{sg_prior_1_ci}}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2188" y="2926079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{{sg_prior_2_3_ci}}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2188" y="3127248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{{sg_prior_gte4_ci}}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02188" y="3730752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{{sg_pi_refract_ci}}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02188" y="3931919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{{sg_imid_refract_ci}}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02188" y="4133087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{{sg_double_refract_ci}}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02188" y="4736592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{{sg_ecog_0_ci}}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02188" y="4937759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{{sg_ecog_1_ci}}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02188" y="5541264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{{sg_iss_1_ci}}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2188" y="5742431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{{sg_iss_2_ci}}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2188" y="5943599"/>
            <a:ext cx="109728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{{sg_iss_3_ci}}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2026-04-01T22:24:54Z</dcterms:created>
  <dcterms:modified xsi:type="dcterms:W3CDTF">2026-04-01T23:07:22Z</dcterms:modified>
</cp:coreProperties>
</file>