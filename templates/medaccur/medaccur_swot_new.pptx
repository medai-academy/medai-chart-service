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1187" y="109728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450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46304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SWOT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{{swot_title}}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{{swot_subtitle}}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143000"/>
            <a:ext cx="4613148" cy="245059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3503" y="12893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1252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60020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{{strength_1}}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01168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{{strength_2}}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42316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{{strength_3}}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83464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{{strength_4}}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4612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{{strength_5}}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180" y="1143000"/>
            <a:ext cx="4613148" cy="245059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01484" y="128930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02652" y="1252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3779" y="160020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{{weakness_1}}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3779" y="201168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{{weakness_2}}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3779" y="242316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{{weakness_3}}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3779" y="283464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{{weakness_4}}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3779" y="3246120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{{weakness_5}}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630168"/>
            <a:ext cx="4613148" cy="24505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03503" y="3776472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3739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803D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08736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{{opportunity_1}}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49884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{{opportunity_2}}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91032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{{opportunity_3}}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32180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3328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{{opportunity_5}}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55180" y="3630168"/>
            <a:ext cx="4613148" cy="2450592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301484" y="3776472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02652" y="3739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2410C"/>
                </a:solidFill>
                <a:latin typeface="Calibri"/>
              </a:defRPr>
            </a:pPr>
            <a:r>
              <a:t>THREATS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779" y="408736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{{threat_1}}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3779" y="449884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{{threat_2}}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3779" y="491032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{{threat_3}}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3779" y="532180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{{threat_4}}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779" y="5733288"/>
            <a:ext cx="42016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{{threat_5}}</a:t>
            </a:r>
          </a:p>
        </p:txBody>
      </p:sp>
      <p:sp>
        <p:nvSpPr>
          <p:cNvPr id="48" name="Diamond 47"/>
          <p:cNvSpPr/>
          <p:nvPr/>
        </p:nvSpPr>
        <p:spPr>
          <a:xfrm>
            <a:off x="5426964" y="2926080"/>
            <a:ext cx="685800" cy="685800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00116" y="30358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50" name="Diamond 49"/>
          <p:cNvSpPr/>
          <p:nvPr/>
        </p:nvSpPr>
        <p:spPr>
          <a:xfrm>
            <a:off x="6112764" y="2926080"/>
            <a:ext cx="685800" cy="685800"/>
          </a:xfrm>
          <a:prstGeom prst="diamond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85916" y="30358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52" name="Diamond 51"/>
          <p:cNvSpPr/>
          <p:nvPr/>
        </p:nvSpPr>
        <p:spPr>
          <a:xfrm>
            <a:off x="5426964" y="3611880"/>
            <a:ext cx="685800" cy="685800"/>
          </a:xfrm>
          <a:prstGeom prst="diamond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00116" y="37216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54" name="Diamond 53"/>
          <p:cNvSpPr/>
          <p:nvPr/>
        </p:nvSpPr>
        <p:spPr>
          <a:xfrm>
            <a:off x="6112764" y="3611880"/>
            <a:ext cx="685800" cy="685800"/>
          </a:xfrm>
          <a:prstGeom prst="diamond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85916" y="3721608"/>
            <a:ext cx="5394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56" name="Oval 55"/>
          <p:cNvSpPr/>
          <p:nvPr/>
        </p:nvSpPr>
        <p:spPr>
          <a:xfrm>
            <a:off x="5792724" y="3291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01284" y="350215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{{drug_short}}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Source-verified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2026-04-01T13:25:08Z</dcterms:modified>
  <cp:category/>
</cp:coreProperties>
</file>