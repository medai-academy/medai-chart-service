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t>accur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UNMET MEDICAL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{{unmet_needs_title}}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{{unmet_needs_subtitle}}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Calibri"/>
              </a:defRPr>
            </a:pPr>
            <a:r>
              <a:t>{{unmet_intro}}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9164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185623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8562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{{need_1_title}}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0756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{{need_1_detail}}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{{need_1_magnitude}}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{{need_1_source}}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560320"/>
            <a:ext cx="54864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272491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724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{{need_2_title}}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2944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{{need_2_detail}}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{{need_2_magnitude}}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{{need_2_source}}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359359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{{need_3_title}}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3813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{{need_3_detail}}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520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{{need_3_magnitude}}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{{need_3_source}}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297679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297679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4462271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6227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43891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{{need_4_title}}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681727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{{need_4_detail}}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3891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{{need_4_magnitude}}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6817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{{need_4_source}}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16636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166360"/>
            <a:ext cx="54864" cy="7772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5800" y="533095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330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{{need_5_title}}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55504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{{need_5_detail}}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{{need_5_magnitude}}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550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{{need_5_source}}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